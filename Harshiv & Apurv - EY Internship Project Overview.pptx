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</p:sldIdLst>
  <p:sldSz cy="5143500" cx="9144000"/>
  <p:notesSz cx="6858000" cy="9144000"/>
  <p:embeddedFontLst>
    <p:embeddedFont>
      <p:font typeface="News Cycle"/>
      <p:regular r:id="rId10"/>
      <p:bold r:id="rId11"/>
    </p:embeddedFont>
    <p:embeddedFont>
      <p:font typeface="Oswald"/>
      <p:regular r:id="rId12"/>
      <p:bold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NewsCycle-bold.fntdata"/><Relationship Id="rId10" Type="http://schemas.openxmlformats.org/officeDocument/2006/relationships/font" Target="fonts/NewsCycle-regular.fntdata"/><Relationship Id="rId13" Type="http://schemas.openxmlformats.org/officeDocument/2006/relationships/font" Target="fonts/Oswald-bold.fntdata"/><Relationship Id="rId12" Type="http://schemas.openxmlformats.org/officeDocument/2006/relationships/font" Target="fonts/Oswald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5f391192_0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5f391192_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f975f5f8cf_0_1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f975f5f8cf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f975f5f8cf_0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f975f5f8c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f975f5f8cf_0_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f975f5f8cf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f975c9a9fa_0_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f975c9a9fa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550500" y="2435625"/>
            <a:ext cx="3638700" cy="2240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" name="Google Shape;11;p2"/>
          <p:cNvSpPr/>
          <p:nvPr/>
        </p:nvSpPr>
        <p:spPr>
          <a:xfrm>
            <a:off x="7813106" y="0"/>
            <a:ext cx="892296" cy="322542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0" y="21600"/>
                </a:lnTo>
                <a:lnTo>
                  <a:pt x="21600" y="10795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2;p2"/>
          <p:cNvSpPr/>
          <p:nvPr/>
        </p:nvSpPr>
        <p:spPr>
          <a:xfrm>
            <a:off x="3650209" y="0"/>
            <a:ext cx="563814" cy="1699704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0" y="21600"/>
                </a:lnTo>
                <a:lnTo>
                  <a:pt x="21600" y="20304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2"/>
          <p:cNvSpPr/>
          <p:nvPr/>
        </p:nvSpPr>
        <p:spPr>
          <a:xfrm>
            <a:off x="4359415" y="609095"/>
            <a:ext cx="1314792" cy="2119176"/>
          </a:xfrm>
          <a:custGeom>
            <a:rect b="b" l="l" r="r" t="t"/>
            <a:pathLst>
              <a:path extrusionOk="0" h="21600" w="21600">
                <a:moveTo>
                  <a:pt x="0" y="21600"/>
                </a:moveTo>
                <a:lnTo>
                  <a:pt x="21600" y="19177"/>
                </a:lnTo>
                <a:lnTo>
                  <a:pt x="21600" y="0"/>
                </a:lnTo>
                <a:lnTo>
                  <a:pt x="0" y="2423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2"/>
          <p:cNvSpPr/>
          <p:nvPr/>
        </p:nvSpPr>
        <p:spPr>
          <a:xfrm>
            <a:off x="5821031" y="991483"/>
            <a:ext cx="1845234" cy="4159458"/>
          </a:xfrm>
          <a:custGeom>
            <a:rect b="b" l="l" r="r" t="t"/>
            <a:pathLst>
              <a:path extrusionOk="0" h="21600" w="21600">
                <a:moveTo>
                  <a:pt x="0" y="21600"/>
                </a:moveTo>
                <a:lnTo>
                  <a:pt x="21600" y="21600"/>
                </a:lnTo>
                <a:lnTo>
                  <a:pt x="21600" y="0"/>
                </a:lnTo>
                <a:lnTo>
                  <a:pt x="0" y="1733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2"/>
          <p:cNvSpPr/>
          <p:nvPr/>
        </p:nvSpPr>
        <p:spPr>
          <a:xfrm>
            <a:off x="4359415" y="2643735"/>
            <a:ext cx="1314792" cy="2510136"/>
          </a:xfrm>
          <a:custGeom>
            <a:rect b="b" l="l" r="r" t="t"/>
            <a:pathLst>
              <a:path extrusionOk="0" h="21600" w="21600">
                <a:moveTo>
                  <a:pt x="0" y="21600"/>
                </a:moveTo>
                <a:lnTo>
                  <a:pt x="21600" y="21600"/>
                </a:lnTo>
                <a:lnTo>
                  <a:pt x="21600" y="0"/>
                </a:lnTo>
                <a:lnTo>
                  <a:pt x="0" y="2046"/>
                </a:lnTo>
                <a:lnTo>
                  <a:pt x="0" y="21600"/>
                </a:lnTo>
                <a:close/>
              </a:path>
            </a:pathLst>
          </a:custGeom>
          <a:solidFill>
            <a:srgbClr val="002035">
              <a:alpha val="17320"/>
            </a:srgbClr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2"/>
          <p:cNvSpPr/>
          <p:nvPr/>
        </p:nvSpPr>
        <p:spPr>
          <a:xfrm>
            <a:off x="7813106" y="306930"/>
            <a:ext cx="892296" cy="2977290"/>
          </a:xfrm>
          <a:custGeom>
            <a:rect b="b" l="l" r="r" t="t"/>
            <a:pathLst>
              <a:path extrusionOk="0" h="21600" w="21600">
                <a:moveTo>
                  <a:pt x="0" y="21600"/>
                </a:moveTo>
                <a:lnTo>
                  <a:pt x="21600" y="20429"/>
                </a:lnTo>
                <a:lnTo>
                  <a:pt x="21600" y="0"/>
                </a:lnTo>
                <a:lnTo>
                  <a:pt x="0" y="1171"/>
                </a:lnTo>
                <a:lnTo>
                  <a:pt x="0" y="21600"/>
                </a:lnTo>
                <a:close/>
              </a:path>
            </a:pathLst>
          </a:custGeom>
          <a:solidFill>
            <a:srgbClr val="002035">
              <a:alpha val="17320"/>
            </a:srgbClr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2"/>
          <p:cNvSpPr/>
          <p:nvPr/>
        </p:nvSpPr>
        <p:spPr>
          <a:xfrm>
            <a:off x="5821031" y="0"/>
            <a:ext cx="1845234" cy="1161054"/>
          </a:xfrm>
          <a:custGeom>
            <a:rect b="b" l="l" r="r" t="t"/>
            <a:pathLst>
              <a:path extrusionOk="0" h="21600" w="21600">
                <a:moveTo>
                  <a:pt x="0" y="21600"/>
                </a:moveTo>
                <a:lnTo>
                  <a:pt x="21600" y="15393"/>
                </a:lnTo>
                <a:lnTo>
                  <a:pt x="21600" y="0"/>
                </a:lnTo>
                <a:lnTo>
                  <a:pt x="0" y="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2"/>
          <p:cNvSpPr/>
          <p:nvPr/>
        </p:nvSpPr>
        <p:spPr>
          <a:xfrm>
            <a:off x="7813106" y="3277330"/>
            <a:ext cx="892296" cy="1165914"/>
          </a:xfrm>
          <a:custGeom>
            <a:rect b="b" l="l" r="r" t="t"/>
            <a:pathLst>
              <a:path extrusionOk="0" h="21600" w="21600">
                <a:moveTo>
                  <a:pt x="0" y="21600"/>
                </a:moveTo>
                <a:lnTo>
                  <a:pt x="21600" y="18611"/>
                </a:lnTo>
                <a:lnTo>
                  <a:pt x="21600" y="0"/>
                </a:lnTo>
                <a:lnTo>
                  <a:pt x="0" y="2989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title">
  <p:cSld name="TITLE_1">
    <p:bg>
      <p:bgPr>
        <a:solidFill>
          <a:schemeClr val="lt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ctrTitle"/>
          </p:nvPr>
        </p:nvSpPr>
        <p:spPr>
          <a:xfrm>
            <a:off x="550500" y="3044025"/>
            <a:ext cx="3638700" cy="11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550500" y="4300725"/>
            <a:ext cx="3638700" cy="37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accent2"/>
                </a:solidFill>
              </a:defRPr>
            </a:lvl1pPr>
            <a:lvl2pPr lvl="1" rtl="0">
              <a:spcBef>
                <a:spcPts val="800"/>
              </a:spcBef>
              <a:spcAft>
                <a:spcPts val="0"/>
              </a:spcAft>
              <a:buSzPts val="2600"/>
              <a:buNone/>
              <a:defRPr sz="2600">
                <a:solidFill>
                  <a:schemeClr val="accent2"/>
                </a:solidFill>
              </a:defRPr>
            </a:lvl2pPr>
            <a:lvl3pPr lvl="2" rtl="0">
              <a:spcBef>
                <a:spcPts val="800"/>
              </a:spcBef>
              <a:spcAft>
                <a:spcPts val="0"/>
              </a:spcAft>
              <a:buSzPts val="2600"/>
              <a:buNone/>
              <a:defRPr sz="2600">
                <a:solidFill>
                  <a:schemeClr val="accent2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2600"/>
              <a:buNone/>
              <a:defRPr sz="2600">
                <a:solidFill>
                  <a:schemeClr val="accent2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2600"/>
              <a:buNone/>
              <a:defRPr sz="2600">
                <a:solidFill>
                  <a:schemeClr val="accent2"/>
                </a:solidFill>
              </a:defRPr>
            </a:lvl5pPr>
            <a:lvl6pPr lvl="5" rtl="0"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2600"/>
              <a:buNone/>
              <a:defRPr sz="2600">
                <a:solidFill>
                  <a:schemeClr val="accent2"/>
                </a:solidFill>
              </a:defRPr>
            </a:lvl6pPr>
            <a:lvl7pPr lvl="6" rtl="0"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2600"/>
              <a:buNone/>
              <a:defRPr sz="2600">
                <a:solidFill>
                  <a:schemeClr val="accent2"/>
                </a:solidFill>
              </a:defRPr>
            </a:lvl7pPr>
            <a:lvl8pPr lvl="7" rtl="0"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2600"/>
              <a:buNone/>
              <a:defRPr sz="2600">
                <a:solidFill>
                  <a:schemeClr val="accent2"/>
                </a:solidFill>
              </a:defRPr>
            </a:lvl8pPr>
            <a:lvl9pPr lvl="8" rtl="0">
              <a:spcBef>
                <a:spcPts val="800"/>
              </a:spcBef>
              <a:spcAft>
                <a:spcPts val="800"/>
              </a:spcAft>
              <a:buClr>
                <a:schemeClr val="accent2"/>
              </a:buClr>
              <a:buSzPts val="2600"/>
              <a:buNone/>
              <a:defRPr sz="26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2" name="Google Shape;22;p3"/>
          <p:cNvSpPr/>
          <p:nvPr/>
        </p:nvSpPr>
        <p:spPr>
          <a:xfrm>
            <a:off x="7813106" y="0"/>
            <a:ext cx="892296" cy="322542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0" y="21600"/>
                </a:lnTo>
                <a:lnTo>
                  <a:pt x="21600" y="10795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3650209" y="0"/>
            <a:ext cx="563814" cy="1699704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0" y="21600"/>
                </a:lnTo>
                <a:lnTo>
                  <a:pt x="21600" y="20304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4359415" y="609095"/>
            <a:ext cx="1314792" cy="2119176"/>
          </a:xfrm>
          <a:custGeom>
            <a:rect b="b" l="l" r="r" t="t"/>
            <a:pathLst>
              <a:path extrusionOk="0" h="21600" w="21600">
                <a:moveTo>
                  <a:pt x="0" y="21600"/>
                </a:moveTo>
                <a:lnTo>
                  <a:pt x="21600" y="19177"/>
                </a:lnTo>
                <a:lnTo>
                  <a:pt x="21600" y="0"/>
                </a:lnTo>
                <a:lnTo>
                  <a:pt x="0" y="2423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5821031" y="991483"/>
            <a:ext cx="1845234" cy="4159458"/>
          </a:xfrm>
          <a:custGeom>
            <a:rect b="b" l="l" r="r" t="t"/>
            <a:pathLst>
              <a:path extrusionOk="0" h="21600" w="21600">
                <a:moveTo>
                  <a:pt x="0" y="21600"/>
                </a:moveTo>
                <a:lnTo>
                  <a:pt x="21600" y="21600"/>
                </a:lnTo>
                <a:lnTo>
                  <a:pt x="21600" y="0"/>
                </a:lnTo>
                <a:lnTo>
                  <a:pt x="0" y="1733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4359415" y="2643735"/>
            <a:ext cx="1314792" cy="2510136"/>
          </a:xfrm>
          <a:custGeom>
            <a:rect b="b" l="l" r="r" t="t"/>
            <a:pathLst>
              <a:path extrusionOk="0" h="21600" w="21600">
                <a:moveTo>
                  <a:pt x="0" y="21600"/>
                </a:moveTo>
                <a:lnTo>
                  <a:pt x="21600" y="21600"/>
                </a:lnTo>
                <a:lnTo>
                  <a:pt x="21600" y="0"/>
                </a:lnTo>
                <a:lnTo>
                  <a:pt x="0" y="2046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7813106" y="306930"/>
            <a:ext cx="892296" cy="2977290"/>
          </a:xfrm>
          <a:custGeom>
            <a:rect b="b" l="l" r="r" t="t"/>
            <a:pathLst>
              <a:path extrusionOk="0" h="21600" w="21600">
                <a:moveTo>
                  <a:pt x="0" y="21600"/>
                </a:moveTo>
                <a:lnTo>
                  <a:pt x="21600" y="20429"/>
                </a:lnTo>
                <a:lnTo>
                  <a:pt x="21600" y="0"/>
                </a:lnTo>
                <a:lnTo>
                  <a:pt x="0" y="1171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5821031" y="0"/>
            <a:ext cx="1845234" cy="1161054"/>
          </a:xfrm>
          <a:custGeom>
            <a:rect b="b" l="l" r="r" t="t"/>
            <a:pathLst>
              <a:path extrusionOk="0" h="21600" w="21600">
                <a:moveTo>
                  <a:pt x="0" y="21600"/>
                </a:moveTo>
                <a:lnTo>
                  <a:pt x="21600" y="15393"/>
                </a:lnTo>
                <a:lnTo>
                  <a:pt x="21600" y="0"/>
                </a:lnTo>
                <a:lnTo>
                  <a:pt x="0" y="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7813106" y="3277330"/>
            <a:ext cx="892296" cy="1165914"/>
          </a:xfrm>
          <a:custGeom>
            <a:rect b="b" l="l" r="r" t="t"/>
            <a:pathLst>
              <a:path extrusionOk="0" h="21600" w="21600">
                <a:moveTo>
                  <a:pt x="0" y="21600"/>
                </a:moveTo>
                <a:lnTo>
                  <a:pt x="21600" y="18611"/>
                </a:lnTo>
                <a:lnTo>
                  <a:pt x="21600" y="0"/>
                </a:lnTo>
                <a:lnTo>
                  <a:pt x="0" y="2989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TITLE_1_1">
    <p:bg>
      <p:bgPr>
        <a:solidFill>
          <a:schemeClr val="accent1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"/>
          <p:cNvSpPr/>
          <p:nvPr/>
        </p:nvSpPr>
        <p:spPr>
          <a:xfrm>
            <a:off x="228589" y="1362238"/>
            <a:ext cx="624618" cy="756540"/>
          </a:xfrm>
          <a:custGeom>
            <a:rect b="b" l="l" r="r" t="t"/>
            <a:pathLst>
              <a:path extrusionOk="0" h="21600" w="21600">
                <a:moveTo>
                  <a:pt x="21600" y="0"/>
                </a:moveTo>
                <a:lnTo>
                  <a:pt x="0" y="3233"/>
                </a:lnTo>
                <a:lnTo>
                  <a:pt x="0" y="21600"/>
                </a:lnTo>
                <a:lnTo>
                  <a:pt x="21600" y="18367"/>
                </a:lnTo>
                <a:lnTo>
                  <a:pt x="2160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228589" y="876"/>
            <a:ext cx="624618" cy="1372356"/>
          </a:xfrm>
          <a:custGeom>
            <a:rect b="b" l="l" r="r" t="t"/>
            <a:pathLst>
              <a:path extrusionOk="0" h="21600" w="21600">
                <a:moveTo>
                  <a:pt x="21600" y="0"/>
                </a:moveTo>
                <a:lnTo>
                  <a:pt x="0" y="0"/>
                </a:lnTo>
                <a:lnTo>
                  <a:pt x="0" y="21600"/>
                </a:lnTo>
                <a:lnTo>
                  <a:pt x="21600" y="19818"/>
                </a:lnTo>
                <a:lnTo>
                  <a:pt x="2160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8520705" y="4146351"/>
            <a:ext cx="394686" cy="998028"/>
          </a:xfrm>
          <a:custGeom>
            <a:rect b="b" l="l" r="r" t="t"/>
            <a:pathLst>
              <a:path extrusionOk="0" h="21600" w="21600">
                <a:moveTo>
                  <a:pt x="0" y="21600"/>
                </a:moveTo>
                <a:lnTo>
                  <a:pt x="21600" y="21600"/>
                </a:lnTo>
                <a:lnTo>
                  <a:pt x="21600" y="0"/>
                </a:lnTo>
                <a:lnTo>
                  <a:pt x="0" y="1549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 txBox="1"/>
          <p:nvPr>
            <p:ph idx="1" type="body"/>
          </p:nvPr>
        </p:nvSpPr>
        <p:spPr>
          <a:xfrm>
            <a:off x="1030663" y="1529125"/>
            <a:ext cx="4879500" cy="2959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318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Char char="▸"/>
              <a:defRPr sz="3200">
                <a:solidFill>
                  <a:schemeClr val="lt1"/>
                </a:solidFill>
              </a:defRPr>
            </a:lvl1pPr>
            <a:lvl2pPr indent="-431800" lvl="1" marL="914400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200"/>
              <a:buChar char="▹"/>
              <a:defRPr sz="3200">
                <a:solidFill>
                  <a:schemeClr val="lt1"/>
                </a:solidFill>
              </a:defRPr>
            </a:lvl2pPr>
            <a:lvl3pPr indent="-431800" lvl="2" marL="1371600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200"/>
              <a:buChar char="■"/>
              <a:defRPr sz="3200">
                <a:solidFill>
                  <a:schemeClr val="lt1"/>
                </a:solidFill>
              </a:defRPr>
            </a:lvl3pPr>
            <a:lvl4pPr indent="-431800" lvl="3" marL="1828800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200"/>
              <a:buChar char="●"/>
              <a:defRPr sz="3200">
                <a:solidFill>
                  <a:schemeClr val="lt1"/>
                </a:solidFill>
              </a:defRPr>
            </a:lvl4pPr>
            <a:lvl5pPr indent="-431800" lvl="4" marL="2286000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200"/>
              <a:buChar char="○"/>
              <a:defRPr sz="3200">
                <a:solidFill>
                  <a:schemeClr val="lt1"/>
                </a:solidFill>
              </a:defRPr>
            </a:lvl5pPr>
            <a:lvl6pPr indent="-431800" lvl="5" marL="2743200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200"/>
              <a:buChar char="■"/>
              <a:defRPr sz="3200">
                <a:solidFill>
                  <a:schemeClr val="lt1"/>
                </a:solidFill>
              </a:defRPr>
            </a:lvl6pPr>
            <a:lvl7pPr indent="-431800" lvl="6" marL="3200400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200"/>
              <a:buChar char="●"/>
              <a:defRPr sz="3200">
                <a:solidFill>
                  <a:schemeClr val="lt1"/>
                </a:solidFill>
              </a:defRPr>
            </a:lvl7pPr>
            <a:lvl8pPr indent="-431800" lvl="7" marL="3657600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200"/>
              <a:buChar char="○"/>
              <a:defRPr sz="3200">
                <a:solidFill>
                  <a:schemeClr val="lt1"/>
                </a:solidFill>
              </a:defRPr>
            </a:lvl8pPr>
            <a:lvl9pPr indent="-431800" lvl="8" marL="4114800" rtl="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3200"/>
              <a:buChar char="■"/>
              <a:defRPr sz="3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4"/>
          <p:cNvSpPr txBox="1"/>
          <p:nvPr/>
        </p:nvSpPr>
        <p:spPr>
          <a:xfrm>
            <a:off x="346977" y="1296229"/>
            <a:ext cx="582000" cy="6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400">
                <a:solidFill>
                  <a:schemeClr val="lt1"/>
                </a:solidFill>
                <a:latin typeface="News Cycle"/>
                <a:ea typeface="News Cycle"/>
                <a:cs typeface="News Cycle"/>
                <a:sym typeface="News Cycle"/>
              </a:rPr>
              <a:t>“</a:t>
            </a:r>
            <a:endParaRPr sz="10400">
              <a:solidFill>
                <a:schemeClr val="lt1"/>
              </a:solidFill>
              <a:latin typeface="News Cycle"/>
              <a:ea typeface="News Cycle"/>
              <a:cs typeface="News Cycle"/>
              <a:sym typeface="News Cycle"/>
            </a:endParaRPr>
          </a:p>
        </p:txBody>
      </p:sp>
      <p:sp>
        <p:nvSpPr>
          <p:cNvPr id="36" name="Google Shape;36;p4"/>
          <p:cNvSpPr txBox="1"/>
          <p:nvPr>
            <p:ph idx="12" type="sldNum"/>
          </p:nvPr>
        </p:nvSpPr>
        <p:spPr>
          <a:xfrm>
            <a:off x="8520650" y="4688650"/>
            <a:ext cx="394800" cy="45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buNone/>
              <a:defRPr>
                <a:solidFill>
                  <a:schemeClr val="accent3"/>
                </a:solidFill>
              </a:defRPr>
            </a:lvl1pPr>
            <a:lvl2pPr lvl="1" rtl="0">
              <a:buNone/>
              <a:defRPr>
                <a:solidFill>
                  <a:schemeClr val="accent3"/>
                </a:solidFill>
              </a:defRPr>
            </a:lvl2pPr>
            <a:lvl3pPr lvl="2" rtl="0">
              <a:buNone/>
              <a:defRPr>
                <a:solidFill>
                  <a:schemeClr val="accent3"/>
                </a:solidFill>
              </a:defRPr>
            </a:lvl3pPr>
            <a:lvl4pPr lvl="3" rtl="0">
              <a:buNone/>
              <a:defRPr>
                <a:solidFill>
                  <a:schemeClr val="accent3"/>
                </a:solidFill>
              </a:defRPr>
            </a:lvl4pPr>
            <a:lvl5pPr lvl="4" rtl="0">
              <a:buNone/>
              <a:defRPr>
                <a:solidFill>
                  <a:schemeClr val="accent3"/>
                </a:solidFill>
              </a:defRPr>
            </a:lvl5pPr>
            <a:lvl6pPr lvl="5" rtl="0">
              <a:buNone/>
              <a:defRPr>
                <a:solidFill>
                  <a:schemeClr val="accent3"/>
                </a:solidFill>
              </a:defRPr>
            </a:lvl6pPr>
            <a:lvl7pPr lvl="6" rtl="0">
              <a:buNone/>
              <a:defRPr>
                <a:solidFill>
                  <a:schemeClr val="accent3"/>
                </a:solidFill>
              </a:defRPr>
            </a:lvl7pPr>
            <a:lvl8pPr lvl="7" rtl="0">
              <a:buNone/>
              <a:defRPr>
                <a:solidFill>
                  <a:schemeClr val="accent3"/>
                </a:solidFill>
              </a:defRPr>
            </a:lvl8pPr>
            <a:lvl9pPr lvl="8" rtl="0">
              <a:buNone/>
              <a:defRPr>
                <a:solidFill>
                  <a:schemeClr val="accent3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7497540" y="3233808"/>
            <a:ext cx="920376" cy="1487592"/>
          </a:xfrm>
          <a:custGeom>
            <a:rect b="b" l="l" r="r" t="t"/>
            <a:pathLst>
              <a:path extrusionOk="0" h="21600" w="21600">
                <a:moveTo>
                  <a:pt x="21600" y="0"/>
                </a:moveTo>
                <a:lnTo>
                  <a:pt x="0" y="2423"/>
                </a:lnTo>
                <a:lnTo>
                  <a:pt x="0" y="21600"/>
                </a:lnTo>
                <a:lnTo>
                  <a:pt x="21600" y="19177"/>
                </a:lnTo>
                <a:lnTo>
                  <a:pt x="2160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6103018" y="876"/>
            <a:ext cx="1291734" cy="2498796"/>
          </a:xfrm>
          <a:custGeom>
            <a:rect b="b" l="l" r="r" t="t"/>
            <a:pathLst>
              <a:path extrusionOk="0" h="21600" w="21600">
                <a:moveTo>
                  <a:pt x="21600" y="0"/>
                </a:moveTo>
                <a:lnTo>
                  <a:pt x="0" y="0"/>
                </a:lnTo>
                <a:lnTo>
                  <a:pt x="0" y="21600"/>
                </a:lnTo>
                <a:lnTo>
                  <a:pt x="21600" y="19575"/>
                </a:lnTo>
                <a:lnTo>
                  <a:pt x="2160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7497540" y="875"/>
            <a:ext cx="920376" cy="3296322"/>
          </a:xfrm>
          <a:custGeom>
            <a:rect b="b" l="l" r="r" t="t"/>
            <a:pathLst>
              <a:path extrusionOk="0" h="21600" w="21600">
                <a:moveTo>
                  <a:pt x="0" y="21600"/>
                </a:moveTo>
                <a:lnTo>
                  <a:pt x="21600" y="20506"/>
                </a:lnTo>
                <a:lnTo>
                  <a:pt x="21600" y="0"/>
                </a:lnTo>
                <a:lnTo>
                  <a:pt x="0" y="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6103018" y="2373413"/>
            <a:ext cx="1291734" cy="2771010"/>
          </a:xfrm>
          <a:custGeom>
            <a:rect b="b" l="l" r="r" t="t"/>
            <a:pathLst>
              <a:path extrusionOk="0" h="21600" w="21600">
                <a:moveTo>
                  <a:pt x="21600" y="0"/>
                </a:moveTo>
                <a:lnTo>
                  <a:pt x="0" y="1826"/>
                </a:ln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5"/>
          <p:cNvSpPr txBox="1"/>
          <p:nvPr>
            <p:ph type="title"/>
          </p:nvPr>
        </p:nvSpPr>
        <p:spPr>
          <a:xfrm>
            <a:off x="550500" y="759800"/>
            <a:ext cx="6107700" cy="396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1" type="body"/>
          </p:nvPr>
        </p:nvSpPr>
        <p:spPr>
          <a:xfrm>
            <a:off x="550500" y="1353948"/>
            <a:ext cx="6107700" cy="303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1pPr>
            <a:lvl2pPr indent="-381000" lvl="1" marL="914400" rtl="0">
              <a:spcBef>
                <a:spcPts val="800"/>
              </a:spcBef>
              <a:spcAft>
                <a:spcPts val="0"/>
              </a:spcAft>
              <a:buSzPts val="2400"/>
              <a:buChar char="▹"/>
              <a:defRPr/>
            </a:lvl2pPr>
            <a:lvl3pPr indent="-381000" lvl="2" marL="1371600" rtl="0">
              <a:spcBef>
                <a:spcPts val="800"/>
              </a:spcBef>
              <a:spcAft>
                <a:spcPts val="0"/>
              </a:spcAft>
              <a:buSzPts val="2400"/>
              <a:buChar char="■"/>
              <a:defRPr/>
            </a:lvl3pPr>
            <a:lvl4pPr indent="-381000" lvl="3" marL="1828800" rtl="0">
              <a:spcBef>
                <a:spcPts val="800"/>
              </a:spcBef>
              <a:spcAft>
                <a:spcPts val="0"/>
              </a:spcAft>
              <a:buSzPts val="2400"/>
              <a:buChar char="●"/>
              <a:defRPr/>
            </a:lvl4pPr>
            <a:lvl5pPr indent="-381000" lvl="4" marL="2286000" rtl="0">
              <a:spcBef>
                <a:spcPts val="800"/>
              </a:spcBef>
              <a:spcAft>
                <a:spcPts val="0"/>
              </a:spcAft>
              <a:buSzPts val="2400"/>
              <a:buChar char="○"/>
              <a:defRPr/>
            </a:lvl5pPr>
            <a:lvl6pPr indent="-381000" lvl="5" marL="2743200" rtl="0">
              <a:spcBef>
                <a:spcPts val="800"/>
              </a:spcBef>
              <a:spcAft>
                <a:spcPts val="0"/>
              </a:spcAft>
              <a:buSzPts val="2400"/>
              <a:buChar char="■"/>
              <a:defRPr/>
            </a:lvl6pPr>
            <a:lvl7pPr indent="-381000" lvl="6" marL="3200400" rtl="0">
              <a:spcBef>
                <a:spcPts val="800"/>
              </a:spcBef>
              <a:spcAft>
                <a:spcPts val="0"/>
              </a:spcAft>
              <a:buSzPts val="2400"/>
              <a:buChar char="●"/>
              <a:defRPr/>
            </a:lvl7pPr>
            <a:lvl8pPr indent="-381000" lvl="7" marL="3657600" rtl="0">
              <a:spcBef>
                <a:spcPts val="800"/>
              </a:spcBef>
              <a:spcAft>
                <a:spcPts val="0"/>
              </a:spcAft>
              <a:buSzPts val="2400"/>
              <a:buChar char="○"/>
              <a:defRPr/>
            </a:lvl8pPr>
            <a:lvl9pPr indent="-381000" lvl="8" marL="4114800" rtl="0">
              <a:spcBef>
                <a:spcPts val="800"/>
              </a:spcBef>
              <a:spcAft>
                <a:spcPts val="800"/>
              </a:spcAft>
              <a:buSzPts val="2400"/>
              <a:buChar char="■"/>
              <a:defRPr/>
            </a:lvl9pPr>
          </a:lstStyle>
          <a:p/>
        </p:txBody>
      </p:sp>
      <p:sp>
        <p:nvSpPr>
          <p:cNvPr id="44" name="Google Shape;44;p5"/>
          <p:cNvSpPr txBox="1"/>
          <p:nvPr>
            <p:ph idx="12" type="sldNum"/>
          </p:nvPr>
        </p:nvSpPr>
        <p:spPr>
          <a:xfrm>
            <a:off x="8346250" y="4688650"/>
            <a:ext cx="569100" cy="45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5" name="Google Shape;45;p5"/>
          <p:cNvSpPr/>
          <p:nvPr/>
        </p:nvSpPr>
        <p:spPr>
          <a:xfrm>
            <a:off x="6963076" y="3274552"/>
            <a:ext cx="359208" cy="1868940"/>
          </a:xfrm>
          <a:custGeom>
            <a:rect b="b" l="l" r="r" t="t"/>
            <a:pathLst>
              <a:path extrusionOk="0" h="21600" w="21600">
                <a:moveTo>
                  <a:pt x="21600" y="21600"/>
                </a:moveTo>
                <a:lnTo>
                  <a:pt x="21600" y="0"/>
                </a:lnTo>
                <a:lnTo>
                  <a:pt x="0" y="753"/>
                </a:lnTo>
                <a:lnTo>
                  <a:pt x="0" y="21600"/>
                </a:lnTo>
                <a:lnTo>
                  <a:pt x="21600" y="216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5"/>
          <p:cNvSpPr/>
          <p:nvPr/>
        </p:nvSpPr>
        <p:spPr>
          <a:xfrm>
            <a:off x="6963076" y="977835"/>
            <a:ext cx="359208" cy="439992"/>
          </a:xfrm>
          <a:custGeom>
            <a:rect b="b" l="l" r="r" t="t"/>
            <a:pathLst>
              <a:path extrusionOk="0" h="21600" w="21600">
                <a:moveTo>
                  <a:pt x="0" y="21600"/>
                </a:moveTo>
                <a:lnTo>
                  <a:pt x="21600" y="18401"/>
                </a:lnTo>
                <a:lnTo>
                  <a:pt x="21600" y="0"/>
                </a:lnTo>
                <a:lnTo>
                  <a:pt x="0" y="3199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5"/>
          <p:cNvSpPr/>
          <p:nvPr/>
        </p:nvSpPr>
        <p:spPr>
          <a:xfrm>
            <a:off x="6963076" y="1"/>
            <a:ext cx="359208" cy="954126"/>
          </a:xfrm>
          <a:custGeom>
            <a:rect b="b" l="l" r="r" t="t"/>
            <a:pathLst>
              <a:path extrusionOk="0" h="21600" w="21600">
                <a:moveTo>
                  <a:pt x="21600" y="0"/>
                </a:moveTo>
                <a:lnTo>
                  <a:pt x="0" y="0"/>
                </a:lnTo>
                <a:lnTo>
                  <a:pt x="0" y="21600"/>
                </a:lnTo>
                <a:lnTo>
                  <a:pt x="21600" y="20125"/>
                </a:lnTo>
                <a:lnTo>
                  <a:pt x="2160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5"/>
          <p:cNvSpPr/>
          <p:nvPr/>
        </p:nvSpPr>
        <p:spPr>
          <a:xfrm>
            <a:off x="7415771" y="1034367"/>
            <a:ext cx="837702" cy="2962548"/>
          </a:xfrm>
          <a:custGeom>
            <a:rect b="b" l="l" r="r" t="t"/>
            <a:pathLst>
              <a:path extrusionOk="0" h="21600" w="21600">
                <a:moveTo>
                  <a:pt x="21600" y="0"/>
                </a:moveTo>
                <a:lnTo>
                  <a:pt x="0" y="1107"/>
                </a:lnTo>
                <a:lnTo>
                  <a:pt x="0" y="21600"/>
                </a:lnTo>
                <a:lnTo>
                  <a:pt x="21600" y="20492"/>
                </a:lnTo>
                <a:lnTo>
                  <a:pt x="2160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5"/>
          <p:cNvSpPr/>
          <p:nvPr/>
        </p:nvSpPr>
        <p:spPr>
          <a:xfrm>
            <a:off x="7415771" y="0"/>
            <a:ext cx="837702" cy="1092042"/>
          </a:xfrm>
          <a:custGeom>
            <a:rect b="b" l="l" r="r" t="t"/>
            <a:pathLst>
              <a:path extrusionOk="0" h="21600" w="21600">
                <a:moveTo>
                  <a:pt x="0" y="21600"/>
                </a:moveTo>
                <a:lnTo>
                  <a:pt x="21600" y="18596"/>
                </a:lnTo>
                <a:lnTo>
                  <a:pt x="21600" y="0"/>
                </a:lnTo>
                <a:lnTo>
                  <a:pt x="0" y="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5"/>
          <p:cNvSpPr/>
          <p:nvPr/>
        </p:nvSpPr>
        <p:spPr>
          <a:xfrm>
            <a:off x="8346880" y="1552004"/>
            <a:ext cx="568512" cy="1140210"/>
          </a:xfrm>
          <a:custGeom>
            <a:rect b="b" l="l" r="r" t="t"/>
            <a:pathLst>
              <a:path extrusionOk="0" h="21600" w="21600">
                <a:moveTo>
                  <a:pt x="0" y="21600"/>
                </a:moveTo>
                <a:lnTo>
                  <a:pt x="21600" y="19647"/>
                </a:lnTo>
                <a:lnTo>
                  <a:pt x="21600" y="0"/>
                </a:lnTo>
                <a:lnTo>
                  <a:pt x="0" y="1953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5"/>
          <p:cNvSpPr/>
          <p:nvPr/>
        </p:nvSpPr>
        <p:spPr>
          <a:xfrm>
            <a:off x="8346880" y="4574477"/>
            <a:ext cx="568512" cy="568998"/>
          </a:xfrm>
          <a:custGeom>
            <a:rect b="b" l="l" r="r" t="t"/>
            <a:pathLst>
              <a:path extrusionOk="0" h="21600" w="21600">
                <a:moveTo>
                  <a:pt x="0" y="21600"/>
                </a:moveTo>
                <a:lnTo>
                  <a:pt x="21600" y="21600"/>
                </a:lnTo>
                <a:lnTo>
                  <a:pt x="21600" y="0"/>
                </a:lnTo>
                <a:lnTo>
                  <a:pt x="0" y="3912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5"/>
          <p:cNvSpPr/>
          <p:nvPr/>
        </p:nvSpPr>
        <p:spPr>
          <a:xfrm>
            <a:off x="8346880" y="2682241"/>
            <a:ext cx="568512" cy="1902258"/>
          </a:xfrm>
          <a:custGeom>
            <a:rect b="b" l="l" r="r" t="t"/>
            <a:pathLst>
              <a:path extrusionOk="0" h="21600" w="21600">
                <a:moveTo>
                  <a:pt x="21600" y="0"/>
                </a:moveTo>
                <a:lnTo>
                  <a:pt x="0" y="1170"/>
                </a:lnTo>
                <a:lnTo>
                  <a:pt x="0" y="21600"/>
                </a:lnTo>
                <a:lnTo>
                  <a:pt x="21600" y="20429"/>
                </a:lnTo>
                <a:lnTo>
                  <a:pt x="2160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 + image">
  <p:cSld name="TITLE_AND_BODY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6"/>
          <p:cNvSpPr txBox="1"/>
          <p:nvPr>
            <p:ph type="title"/>
          </p:nvPr>
        </p:nvSpPr>
        <p:spPr>
          <a:xfrm>
            <a:off x="550500" y="759800"/>
            <a:ext cx="3694500" cy="396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55" name="Google Shape;55;p6"/>
          <p:cNvSpPr txBox="1"/>
          <p:nvPr>
            <p:ph idx="1" type="body"/>
          </p:nvPr>
        </p:nvSpPr>
        <p:spPr>
          <a:xfrm>
            <a:off x="550500" y="1353948"/>
            <a:ext cx="3694500" cy="303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1pPr>
            <a:lvl2pPr indent="-381000" lvl="1" marL="914400" rtl="0">
              <a:spcBef>
                <a:spcPts val="800"/>
              </a:spcBef>
              <a:spcAft>
                <a:spcPts val="0"/>
              </a:spcAft>
              <a:buSzPts val="2400"/>
              <a:buChar char="▹"/>
              <a:defRPr/>
            </a:lvl2pPr>
            <a:lvl3pPr indent="-381000" lvl="2" marL="1371600" rtl="0">
              <a:spcBef>
                <a:spcPts val="800"/>
              </a:spcBef>
              <a:spcAft>
                <a:spcPts val="0"/>
              </a:spcAft>
              <a:buSzPts val="2400"/>
              <a:buChar char="■"/>
              <a:defRPr/>
            </a:lvl3pPr>
            <a:lvl4pPr indent="-381000" lvl="3" marL="1828800" rtl="0">
              <a:spcBef>
                <a:spcPts val="800"/>
              </a:spcBef>
              <a:spcAft>
                <a:spcPts val="0"/>
              </a:spcAft>
              <a:buSzPts val="2400"/>
              <a:buChar char="●"/>
              <a:defRPr/>
            </a:lvl4pPr>
            <a:lvl5pPr indent="-381000" lvl="4" marL="2286000" rtl="0">
              <a:spcBef>
                <a:spcPts val="800"/>
              </a:spcBef>
              <a:spcAft>
                <a:spcPts val="0"/>
              </a:spcAft>
              <a:buSzPts val="2400"/>
              <a:buChar char="○"/>
              <a:defRPr/>
            </a:lvl5pPr>
            <a:lvl6pPr indent="-381000" lvl="5" marL="2743200" rtl="0">
              <a:spcBef>
                <a:spcPts val="800"/>
              </a:spcBef>
              <a:spcAft>
                <a:spcPts val="0"/>
              </a:spcAft>
              <a:buSzPts val="2400"/>
              <a:buChar char="■"/>
              <a:defRPr/>
            </a:lvl6pPr>
            <a:lvl7pPr indent="-381000" lvl="6" marL="3200400" rtl="0">
              <a:spcBef>
                <a:spcPts val="800"/>
              </a:spcBef>
              <a:spcAft>
                <a:spcPts val="0"/>
              </a:spcAft>
              <a:buSzPts val="2400"/>
              <a:buChar char="●"/>
              <a:defRPr/>
            </a:lvl7pPr>
            <a:lvl8pPr indent="-381000" lvl="7" marL="3657600" rtl="0">
              <a:spcBef>
                <a:spcPts val="800"/>
              </a:spcBef>
              <a:spcAft>
                <a:spcPts val="0"/>
              </a:spcAft>
              <a:buSzPts val="2400"/>
              <a:buChar char="○"/>
              <a:defRPr/>
            </a:lvl8pPr>
            <a:lvl9pPr indent="-381000" lvl="8" marL="4114800" rtl="0">
              <a:spcBef>
                <a:spcPts val="800"/>
              </a:spcBef>
              <a:spcAft>
                <a:spcPts val="800"/>
              </a:spcAft>
              <a:buSzPts val="2400"/>
              <a:buChar char="■"/>
              <a:defRPr/>
            </a:lvl9pPr>
          </a:lstStyle>
          <a:p/>
        </p:txBody>
      </p:sp>
      <p:sp>
        <p:nvSpPr>
          <p:cNvPr id="56" name="Google Shape;56;p6"/>
          <p:cNvSpPr txBox="1"/>
          <p:nvPr>
            <p:ph idx="12" type="sldNum"/>
          </p:nvPr>
        </p:nvSpPr>
        <p:spPr>
          <a:xfrm>
            <a:off x="8346250" y="4688650"/>
            <a:ext cx="569100" cy="45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7" name="Google Shape;57;p6"/>
          <p:cNvSpPr/>
          <p:nvPr/>
        </p:nvSpPr>
        <p:spPr>
          <a:xfrm>
            <a:off x="8099306" y="0"/>
            <a:ext cx="892296" cy="322542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0" y="21600"/>
                </a:lnTo>
                <a:lnTo>
                  <a:pt x="21600" y="10795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6"/>
          <p:cNvSpPr/>
          <p:nvPr/>
        </p:nvSpPr>
        <p:spPr>
          <a:xfrm>
            <a:off x="4645615" y="609095"/>
            <a:ext cx="1314792" cy="2119176"/>
          </a:xfrm>
          <a:custGeom>
            <a:rect b="b" l="l" r="r" t="t"/>
            <a:pathLst>
              <a:path extrusionOk="0" h="21600" w="21600">
                <a:moveTo>
                  <a:pt x="0" y="21600"/>
                </a:moveTo>
                <a:lnTo>
                  <a:pt x="21600" y="19177"/>
                </a:lnTo>
                <a:lnTo>
                  <a:pt x="21600" y="0"/>
                </a:lnTo>
                <a:lnTo>
                  <a:pt x="0" y="2423"/>
                </a:lnTo>
                <a:lnTo>
                  <a:pt x="0" y="2160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6"/>
          <p:cNvSpPr/>
          <p:nvPr/>
        </p:nvSpPr>
        <p:spPr>
          <a:xfrm>
            <a:off x="6107231" y="991483"/>
            <a:ext cx="1845234" cy="4159458"/>
          </a:xfrm>
          <a:custGeom>
            <a:rect b="b" l="l" r="r" t="t"/>
            <a:pathLst>
              <a:path extrusionOk="0" h="21600" w="21600">
                <a:moveTo>
                  <a:pt x="0" y="21600"/>
                </a:moveTo>
                <a:lnTo>
                  <a:pt x="21600" y="21600"/>
                </a:lnTo>
                <a:lnTo>
                  <a:pt x="21600" y="0"/>
                </a:lnTo>
                <a:lnTo>
                  <a:pt x="0" y="1733"/>
                </a:lnTo>
                <a:lnTo>
                  <a:pt x="0" y="2160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6"/>
          <p:cNvSpPr/>
          <p:nvPr/>
        </p:nvSpPr>
        <p:spPr>
          <a:xfrm>
            <a:off x="4645615" y="2643735"/>
            <a:ext cx="1314792" cy="2510136"/>
          </a:xfrm>
          <a:custGeom>
            <a:rect b="b" l="l" r="r" t="t"/>
            <a:pathLst>
              <a:path extrusionOk="0" h="21600" w="21600">
                <a:moveTo>
                  <a:pt x="0" y="21600"/>
                </a:moveTo>
                <a:lnTo>
                  <a:pt x="21600" y="21600"/>
                </a:lnTo>
                <a:lnTo>
                  <a:pt x="21600" y="0"/>
                </a:lnTo>
                <a:lnTo>
                  <a:pt x="0" y="2046"/>
                </a:lnTo>
                <a:lnTo>
                  <a:pt x="0" y="2160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6"/>
          <p:cNvSpPr/>
          <p:nvPr/>
        </p:nvSpPr>
        <p:spPr>
          <a:xfrm>
            <a:off x="8099306" y="306930"/>
            <a:ext cx="892296" cy="2977290"/>
          </a:xfrm>
          <a:custGeom>
            <a:rect b="b" l="l" r="r" t="t"/>
            <a:pathLst>
              <a:path extrusionOk="0" h="21600" w="21600">
                <a:moveTo>
                  <a:pt x="0" y="21600"/>
                </a:moveTo>
                <a:lnTo>
                  <a:pt x="21600" y="20429"/>
                </a:lnTo>
                <a:lnTo>
                  <a:pt x="21600" y="0"/>
                </a:lnTo>
                <a:lnTo>
                  <a:pt x="0" y="1171"/>
                </a:lnTo>
                <a:lnTo>
                  <a:pt x="0" y="2160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6"/>
          <p:cNvSpPr/>
          <p:nvPr/>
        </p:nvSpPr>
        <p:spPr>
          <a:xfrm>
            <a:off x="6107231" y="0"/>
            <a:ext cx="1845234" cy="1161054"/>
          </a:xfrm>
          <a:custGeom>
            <a:rect b="b" l="l" r="r" t="t"/>
            <a:pathLst>
              <a:path extrusionOk="0" h="21600" w="21600">
                <a:moveTo>
                  <a:pt x="0" y="21600"/>
                </a:moveTo>
                <a:lnTo>
                  <a:pt x="21600" y="15393"/>
                </a:lnTo>
                <a:lnTo>
                  <a:pt x="21600" y="0"/>
                </a:lnTo>
                <a:lnTo>
                  <a:pt x="0" y="0"/>
                </a:lnTo>
                <a:lnTo>
                  <a:pt x="0" y="2160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6"/>
          <p:cNvSpPr/>
          <p:nvPr/>
        </p:nvSpPr>
        <p:spPr>
          <a:xfrm>
            <a:off x="8099306" y="3277330"/>
            <a:ext cx="892296" cy="1165914"/>
          </a:xfrm>
          <a:custGeom>
            <a:rect b="b" l="l" r="r" t="t"/>
            <a:pathLst>
              <a:path extrusionOk="0" h="21600" w="21600">
                <a:moveTo>
                  <a:pt x="0" y="21600"/>
                </a:moveTo>
                <a:lnTo>
                  <a:pt x="21600" y="18611"/>
                </a:lnTo>
                <a:lnTo>
                  <a:pt x="21600" y="0"/>
                </a:lnTo>
                <a:lnTo>
                  <a:pt x="0" y="2989"/>
                </a:lnTo>
                <a:lnTo>
                  <a:pt x="0" y="2160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2 columns" type="twoColTx">
  <p:cSld name="TITLE_AND_TWO_COLUMNS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7"/>
          <p:cNvSpPr txBox="1"/>
          <p:nvPr>
            <p:ph type="title"/>
          </p:nvPr>
        </p:nvSpPr>
        <p:spPr>
          <a:xfrm>
            <a:off x="550500" y="759800"/>
            <a:ext cx="6107700" cy="396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66" name="Google Shape;66;p7"/>
          <p:cNvSpPr txBox="1"/>
          <p:nvPr>
            <p:ph idx="1" type="body"/>
          </p:nvPr>
        </p:nvSpPr>
        <p:spPr>
          <a:xfrm>
            <a:off x="550500" y="1353950"/>
            <a:ext cx="2853600" cy="341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55600" lvl="0" marL="457200" rtl="0">
              <a:spcBef>
                <a:spcPts val="0"/>
              </a:spcBef>
              <a:spcAft>
                <a:spcPts val="0"/>
              </a:spcAft>
              <a:buSzPts val="2000"/>
              <a:buChar char="▸"/>
              <a:defRPr sz="2000"/>
            </a:lvl1pPr>
            <a:lvl2pPr indent="-355600" lvl="1" marL="914400" rtl="0">
              <a:spcBef>
                <a:spcPts val="800"/>
              </a:spcBef>
              <a:spcAft>
                <a:spcPts val="0"/>
              </a:spcAft>
              <a:buSzPts val="2000"/>
              <a:buChar char="▹"/>
              <a:defRPr sz="2000"/>
            </a:lvl2pPr>
            <a:lvl3pPr indent="-355600" lvl="2" marL="1371600" rtl="0">
              <a:spcBef>
                <a:spcPts val="800"/>
              </a:spcBef>
              <a:spcAft>
                <a:spcPts val="0"/>
              </a:spcAft>
              <a:buSzPts val="2000"/>
              <a:buChar char="■"/>
              <a:defRPr sz="2000"/>
            </a:lvl3pPr>
            <a:lvl4pPr indent="-355600" lvl="3" marL="1828800" rtl="0">
              <a:spcBef>
                <a:spcPts val="800"/>
              </a:spcBef>
              <a:spcAft>
                <a:spcPts val="0"/>
              </a:spcAft>
              <a:buSzPts val="2000"/>
              <a:buChar char="●"/>
              <a:defRPr sz="2000"/>
            </a:lvl4pPr>
            <a:lvl5pPr indent="-355600" lvl="4" marL="2286000" rtl="0">
              <a:spcBef>
                <a:spcPts val="800"/>
              </a:spcBef>
              <a:spcAft>
                <a:spcPts val="0"/>
              </a:spcAft>
              <a:buSzPts val="2000"/>
              <a:buChar char="○"/>
              <a:defRPr sz="2000"/>
            </a:lvl5pPr>
            <a:lvl6pPr indent="-355600" lvl="5" marL="2743200" rtl="0">
              <a:spcBef>
                <a:spcPts val="800"/>
              </a:spcBef>
              <a:spcAft>
                <a:spcPts val="0"/>
              </a:spcAft>
              <a:buSzPts val="2000"/>
              <a:buChar char="■"/>
              <a:defRPr sz="2000"/>
            </a:lvl6pPr>
            <a:lvl7pPr indent="-355600" lvl="6" marL="3200400" rtl="0">
              <a:spcBef>
                <a:spcPts val="800"/>
              </a:spcBef>
              <a:spcAft>
                <a:spcPts val="0"/>
              </a:spcAft>
              <a:buSzPts val="2000"/>
              <a:buChar char="●"/>
              <a:defRPr sz="2000"/>
            </a:lvl7pPr>
            <a:lvl8pPr indent="-355600" lvl="7" marL="3657600" rtl="0">
              <a:spcBef>
                <a:spcPts val="800"/>
              </a:spcBef>
              <a:spcAft>
                <a:spcPts val="0"/>
              </a:spcAft>
              <a:buSzPts val="2000"/>
              <a:buChar char="○"/>
              <a:defRPr sz="2000"/>
            </a:lvl8pPr>
            <a:lvl9pPr indent="-355600" lvl="8" marL="4114800" rtl="0">
              <a:spcBef>
                <a:spcPts val="800"/>
              </a:spcBef>
              <a:spcAft>
                <a:spcPts val="800"/>
              </a:spcAft>
              <a:buSzPts val="2000"/>
              <a:buChar char="■"/>
              <a:defRPr sz="2000"/>
            </a:lvl9pPr>
          </a:lstStyle>
          <a:p/>
        </p:txBody>
      </p:sp>
      <p:sp>
        <p:nvSpPr>
          <p:cNvPr id="67" name="Google Shape;67;p7"/>
          <p:cNvSpPr txBox="1"/>
          <p:nvPr>
            <p:ph idx="2" type="body"/>
          </p:nvPr>
        </p:nvSpPr>
        <p:spPr>
          <a:xfrm>
            <a:off x="3804472" y="1353950"/>
            <a:ext cx="2853600" cy="341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55600" lvl="0" marL="457200" rtl="0">
              <a:spcBef>
                <a:spcPts val="0"/>
              </a:spcBef>
              <a:spcAft>
                <a:spcPts val="0"/>
              </a:spcAft>
              <a:buSzPts val="2000"/>
              <a:buChar char="▸"/>
              <a:defRPr sz="2000"/>
            </a:lvl1pPr>
            <a:lvl2pPr indent="-355600" lvl="1" marL="914400" rtl="0">
              <a:spcBef>
                <a:spcPts val="800"/>
              </a:spcBef>
              <a:spcAft>
                <a:spcPts val="0"/>
              </a:spcAft>
              <a:buSzPts val="2000"/>
              <a:buChar char="▹"/>
              <a:defRPr sz="2000"/>
            </a:lvl2pPr>
            <a:lvl3pPr indent="-355600" lvl="2" marL="1371600" rtl="0">
              <a:spcBef>
                <a:spcPts val="800"/>
              </a:spcBef>
              <a:spcAft>
                <a:spcPts val="0"/>
              </a:spcAft>
              <a:buSzPts val="2000"/>
              <a:buChar char="■"/>
              <a:defRPr sz="2000"/>
            </a:lvl3pPr>
            <a:lvl4pPr indent="-355600" lvl="3" marL="1828800" rtl="0">
              <a:spcBef>
                <a:spcPts val="800"/>
              </a:spcBef>
              <a:spcAft>
                <a:spcPts val="0"/>
              </a:spcAft>
              <a:buSzPts val="2000"/>
              <a:buChar char="●"/>
              <a:defRPr sz="2000"/>
            </a:lvl4pPr>
            <a:lvl5pPr indent="-355600" lvl="4" marL="2286000" rtl="0">
              <a:spcBef>
                <a:spcPts val="800"/>
              </a:spcBef>
              <a:spcAft>
                <a:spcPts val="0"/>
              </a:spcAft>
              <a:buSzPts val="2000"/>
              <a:buChar char="○"/>
              <a:defRPr sz="2000"/>
            </a:lvl5pPr>
            <a:lvl6pPr indent="-355600" lvl="5" marL="2743200" rtl="0">
              <a:spcBef>
                <a:spcPts val="800"/>
              </a:spcBef>
              <a:spcAft>
                <a:spcPts val="0"/>
              </a:spcAft>
              <a:buSzPts val="2000"/>
              <a:buChar char="■"/>
              <a:defRPr sz="2000"/>
            </a:lvl6pPr>
            <a:lvl7pPr indent="-355600" lvl="6" marL="3200400" rtl="0">
              <a:spcBef>
                <a:spcPts val="800"/>
              </a:spcBef>
              <a:spcAft>
                <a:spcPts val="0"/>
              </a:spcAft>
              <a:buSzPts val="2000"/>
              <a:buChar char="●"/>
              <a:defRPr sz="2000"/>
            </a:lvl7pPr>
            <a:lvl8pPr indent="-355600" lvl="7" marL="3657600" rtl="0">
              <a:spcBef>
                <a:spcPts val="800"/>
              </a:spcBef>
              <a:spcAft>
                <a:spcPts val="0"/>
              </a:spcAft>
              <a:buSzPts val="2000"/>
              <a:buChar char="○"/>
              <a:defRPr sz="2000"/>
            </a:lvl8pPr>
            <a:lvl9pPr indent="-355600" lvl="8" marL="4114800" rtl="0">
              <a:spcBef>
                <a:spcPts val="800"/>
              </a:spcBef>
              <a:spcAft>
                <a:spcPts val="800"/>
              </a:spcAft>
              <a:buSzPts val="2000"/>
              <a:buChar char="■"/>
              <a:defRPr sz="2000"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346250" y="4688650"/>
            <a:ext cx="569100" cy="45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69" name="Google Shape;69;p7"/>
          <p:cNvGrpSpPr/>
          <p:nvPr/>
        </p:nvGrpSpPr>
        <p:grpSpPr>
          <a:xfrm>
            <a:off x="6963076" y="0"/>
            <a:ext cx="1952316" cy="5143493"/>
            <a:chOff x="6963076" y="0"/>
            <a:chExt cx="1952316" cy="5143493"/>
          </a:xfrm>
        </p:grpSpPr>
        <p:sp>
          <p:nvSpPr>
            <p:cNvPr id="70" name="Google Shape;70;p7"/>
            <p:cNvSpPr/>
            <p:nvPr/>
          </p:nvSpPr>
          <p:spPr>
            <a:xfrm>
              <a:off x="6963076" y="3274552"/>
              <a:ext cx="359208" cy="1868940"/>
            </a:xfrm>
            <a:custGeom>
              <a:rect b="b" l="l" r="r" t="t"/>
              <a:pathLst>
                <a:path extrusionOk="0" h="21600" w="21600">
                  <a:moveTo>
                    <a:pt x="21600" y="21600"/>
                  </a:moveTo>
                  <a:lnTo>
                    <a:pt x="21600" y="0"/>
                  </a:lnTo>
                  <a:lnTo>
                    <a:pt x="0" y="753"/>
                  </a:lnTo>
                  <a:lnTo>
                    <a:pt x="0" y="21600"/>
                  </a:lnTo>
                  <a:lnTo>
                    <a:pt x="21600" y="216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" name="Google Shape;71;p7"/>
            <p:cNvSpPr/>
            <p:nvPr/>
          </p:nvSpPr>
          <p:spPr>
            <a:xfrm>
              <a:off x="6963076" y="977835"/>
              <a:ext cx="359208" cy="439992"/>
            </a:xfrm>
            <a:custGeom>
              <a:rect b="b" l="l" r="r" t="t"/>
              <a:pathLst>
                <a:path extrusionOk="0" h="21600" w="21600">
                  <a:moveTo>
                    <a:pt x="0" y="21600"/>
                  </a:moveTo>
                  <a:lnTo>
                    <a:pt x="21600" y="18401"/>
                  </a:lnTo>
                  <a:lnTo>
                    <a:pt x="21600" y="0"/>
                  </a:lnTo>
                  <a:lnTo>
                    <a:pt x="0" y="3199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" name="Google Shape;72;p7"/>
            <p:cNvSpPr/>
            <p:nvPr/>
          </p:nvSpPr>
          <p:spPr>
            <a:xfrm>
              <a:off x="6963076" y="1"/>
              <a:ext cx="359208" cy="954126"/>
            </a:xfrm>
            <a:custGeom>
              <a:rect b="b" l="l" r="r" t="t"/>
              <a:pathLst>
                <a:path extrusionOk="0" h="21600" w="21600">
                  <a:moveTo>
                    <a:pt x="21600" y="0"/>
                  </a:moveTo>
                  <a:lnTo>
                    <a:pt x="0" y="0"/>
                  </a:lnTo>
                  <a:lnTo>
                    <a:pt x="0" y="21600"/>
                  </a:lnTo>
                  <a:lnTo>
                    <a:pt x="21600" y="20125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" name="Google Shape;73;p7"/>
            <p:cNvSpPr/>
            <p:nvPr/>
          </p:nvSpPr>
          <p:spPr>
            <a:xfrm>
              <a:off x="7415771" y="1034367"/>
              <a:ext cx="837702" cy="2962548"/>
            </a:xfrm>
            <a:custGeom>
              <a:rect b="b" l="l" r="r" t="t"/>
              <a:pathLst>
                <a:path extrusionOk="0" h="21600" w="21600">
                  <a:moveTo>
                    <a:pt x="21600" y="0"/>
                  </a:moveTo>
                  <a:lnTo>
                    <a:pt x="0" y="1107"/>
                  </a:lnTo>
                  <a:lnTo>
                    <a:pt x="0" y="21600"/>
                  </a:lnTo>
                  <a:lnTo>
                    <a:pt x="21600" y="20492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" name="Google Shape;74;p7"/>
            <p:cNvSpPr/>
            <p:nvPr/>
          </p:nvSpPr>
          <p:spPr>
            <a:xfrm>
              <a:off x="7415771" y="0"/>
              <a:ext cx="837702" cy="1092042"/>
            </a:xfrm>
            <a:custGeom>
              <a:rect b="b" l="l" r="r" t="t"/>
              <a:pathLst>
                <a:path extrusionOk="0" h="21600" w="21600">
                  <a:moveTo>
                    <a:pt x="0" y="21600"/>
                  </a:moveTo>
                  <a:lnTo>
                    <a:pt x="21600" y="18596"/>
                  </a:lnTo>
                  <a:lnTo>
                    <a:pt x="21600" y="0"/>
                  </a:lnTo>
                  <a:lnTo>
                    <a:pt x="0" y="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" name="Google Shape;75;p7"/>
            <p:cNvSpPr/>
            <p:nvPr/>
          </p:nvSpPr>
          <p:spPr>
            <a:xfrm>
              <a:off x="8346880" y="1552004"/>
              <a:ext cx="568512" cy="1140210"/>
            </a:xfrm>
            <a:custGeom>
              <a:rect b="b" l="l" r="r" t="t"/>
              <a:pathLst>
                <a:path extrusionOk="0" h="21600" w="21600">
                  <a:moveTo>
                    <a:pt x="0" y="21600"/>
                  </a:moveTo>
                  <a:lnTo>
                    <a:pt x="21600" y="19647"/>
                  </a:lnTo>
                  <a:lnTo>
                    <a:pt x="21600" y="0"/>
                  </a:lnTo>
                  <a:lnTo>
                    <a:pt x="0" y="1953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" name="Google Shape;76;p7"/>
            <p:cNvSpPr/>
            <p:nvPr/>
          </p:nvSpPr>
          <p:spPr>
            <a:xfrm>
              <a:off x="8346880" y="4574477"/>
              <a:ext cx="568512" cy="568998"/>
            </a:xfrm>
            <a:custGeom>
              <a:rect b="b" l="l" r="r" t="t"/>
              <a:pathLst>
                <a:path extrusionOk="0" h="21600" w="2160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3912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" name="Google Shape;77;p7"/>
            <p:cNvSpPr/>
            <p:nvPr/>
          </p:nvSpPr>
          <p:spPr>
            <a:xfrm>
              <a:off x="8346880" y="2682241"/>
              <a:ext cx="568512" cy="1902258"/>
            </a:xfrm>
            <a:custGeom>
              <a:rect b="b" l="l" r="r" t="t"/>
              <a:pathLst>
                <a:path extrusionOk="0" h="21600" w="21600">
                  <a:moveTo>
                    <a:pt x="21600" y="0"/>
                  </a:moveTo>
                  <a:lnTo>
                    <a:pt x="0" y="1170"/>
                  </a:lnTo>
                  <a:lnTo>
                    <a:pt x="0" y="21600"/>
                  </a:lnTo>
                  <a:lnTo>
                    <a:pt x="21600" y="20429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3 columns">
  <p:cSld name="TITLE_AND_TWO_COLUMNS_1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8"/>
          <p:cNvSpPr txBox="1"/>
          <p:nvPr>
            <p:ph type="title"/>
          </p:nvPr>
        </p:nvSpPr>
        <p:spPr>
          <a:xfrm>
            <a:off x="550500" y="759800"/>
            <a:ext cx="6107700" cy="396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80" name="Google Shape;80;p8"/>
          <p:cNvSpPr txBox="1"/>
          <p:nvPr>
            <p:ph idx="1" type="body"/>
          </p:nvPr>
        </p:nvSpPr>
        <p:spPr>
          <a:xfrm>
            <a:off x="550500" y="1353950"/>
            <a:ext cx="1902900" cy="341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▸"/>
              <a:defRPr sz="1800"/>
            </a:lvl1pPr>
            <a:lvl2pPr indent="-342900" lvl="1" marL="914400" rtl="0">
              <a:spcBef>
                <a:spcPts val="800"/>
              </a:spcBef>
              <a:spcAft>
                <a:spcPts val="0"/>
              </a:spcAft>
              <a:buSzPts val="1800"/>
              <a:buChar char="▹"/>
              <a:defRPr sz="1800"/>
            </a:lvl2pPr>
            <a:lvl3pPr indent="-342900" lvl="2" marL="1371600" rtl="0">
              <a:spcBef>
                <a:spcPts val="800"/>
              </a:spcBef>
              <a:spcAft>
                <a:spcPts val="0"/>
              </a:spcAft>
              <a:buSzPts val="1800"/>
              <a:buChar char="■"/>
              <a:defRPr sz="1800"/>
            </a:lvl3pPr>
            <a:lvl4pPr indent="-342900" lvl="3" marL="1828800" rtl="0">
              <a:spcBef>
                <a:spcPts val="80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 rtl="0">
              <a:spcBef>
                <a:spcPts val="80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 rtl="0">
              <a:spcBef>
                <a:spcPts val="80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 rtl="0">
              <a:spcBef>
                <a:spcPts val="80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 rtl="0">
              <a:spcBef>
                <a:spcPts val="800"/>
              </a:spcBef>
              <a:spcAft>
                <a:spcPts val="800"/>
              </a:spcAft>
              <a:buSzPts val="1800"/>
              <a:buChar char="■"/>
              <a:defRPr sz="1800"/>
            </a:lvl9pPr>
          </a:lstStyle>
          <a:p/>
        </p:txBody>
      </p:sp>
      <p:sp>
        <p:nvSpPr>
          <p:cNvPr id="81" name="Google Shape;81;p8"/>
          <p:cNvSpPr txBox="1"/>
          <p:nvPr>
            <p:ph idx="2" type="body"/>
          </p:nvPr>
        </p:nvSpPr>
        <p:spPr>
          <a:xfrm>
            <a:off x="2652968" y="1353950"/>
            <a:ext cx="1902900" cy="341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▸"/>
              <a:defRPr sz="1800"/>
            </a:lvl1pPr>
            <a:lvl2pPr indent="-342900" lvl="1" marL="914400" rtl="0">
              <a:spcBef>
                <a:spcPts val="800"/>
              </a:spcBef>
              <a:spcAft>
                <a:spcPts val="0"/>
              </a:spcAft>
              <a:buSzPts val="1800"/>
              <a:buChar char="▹"/>
              <a:defRPr sz="1800"/>
            </a:lvl2pPr>
            <a:lvl3pPr indent="-342900" lvl="2" marL="1371600" rtl="0">
              <a:spcBef>
                <a:spcPts val="800"/>
              </a:spcBef>
              <a:spcAft>
                <a:spcPts val="0"/>
              </a:spcAft>
              <a:buSzPts val="1800"/>
              <a:buChar char="■"/>
              <a:defRPr sz="1800"/>
            </a:lvl3pPr>
            <a:lvl4pPr indent="-342900" lvl="3" marL="1828800" rtl="0">
              <a:spcBef>
                <a:spcPts val="80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 rtl="0">
              <a:spcBef>
                <a:spcPts val="80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 rtl="0">
              <a:spcBef>
                <a:spcPts val="80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 rtl="0">
              <a:spcBef>
                <a:spcPts val="80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 rtl="0">
              <a:spcBef>
                <a:spcPts val="800"/>
              </a:spcBef>
              <a:spcAft>
                <a:spcPts val="800"/>
              </a:spcAft>
              <a:buSzPts val="1800"/>
              <a:buChar char="■"/>
              <a:defRPr sz="1800"/>
            </a:lvl9pPr>
          </a:lstStyle>
          <a:p/>
        </p:txBody>
      </p:sp>
      <p:sp>
        <p:nvSpPr>
          <p:cNvPr id="82" name="Google Shape;82;p8"/>
          <p:cNvSpPr txBox="1"/>
          <p:nvPr>
            <p:ph idx="3" type="body"/>
          </p:nvPr>
        </p:nvSpPr>
        <p:spPr>
          <a:xfrm>
            <a:off x="4755435" y="1353950"/>
            <a:ext cx="1902900" cy="341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▸"/>
              <a:defRPr sz="1800"/>
            </a:lvl1pPr>
            <a:lvl2pPr indent="-342900" lvl="1" marL="914400" rtl="0">
              <a:spcBef>
                <a:spcPts val="800"/>
              </a:spcBef>
              <a:spcAft>
                <a:spcPts val="0"/>
              </a:spcAft>
              <a:buSzPts val="1800"/>
              <a:buChar char="▹"/>
              <a:defRPr sz="1800"/>
            </a:lvl2pPr>
            <a:lvl3pPr indent="-342900" lvl="2" marL="1371600" rtl="0">
              <a:spcBef>
                <a:spcPts val="800"/>
              </a:spcBef>
              <a:spcAft>
                <a:spcPts val="0"/>
              </a:spcAft>
              <a:buSzPts val="1800"/>
              <a:buChar char="■"/>
              <a:defRPr sz="1800"/>
            </a:lvl3pPr>
            <a:lvl4pPr indent="-342900" lvl="3" marL="1828800" rtl="0">
              <a:spcBef>
                <a:spcPts val="80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 rtl="0">
              <a:spcBef>
                <a:spcPts val="80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 rtl="0">
              <a:spcBef>
                <a:spcPts val="80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 rtl="0">
              <a:spcBef>
                <a:spcPts val="80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 rtl="0">
              <a:spcBef>
                <a:spcPts val="800"/>
              </a:spcBef>
              <a:spcAft>
                <a:spcPts val="800"/>
              </a:spcAft>
              <a:buSzPts val="1800"/>
              <a:buChar char="■"/>
              <a:defRPr sz="1800"/>
            </a:lvl9pPr>
          </a:lstStyle>
          <a:p/>
        </p:txBody>
      </p:sp>
      <p:sp>
        <p:nvSpPr>
          <p:cNvPr id="83" name="Google Shape;83;p8"/>
          <p:cNvSpPr txBox="1"/>
          <p:nvPr>
            <p:ph idx="12" type="sldNum"/>
          </p:nvPr>
        </p:nvSpPr>
        <p:spPr>
          <a:xfrm>
            <a:off x="8346250" y="4688650"/>
            <a:ext cx="569100" cy="45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84" name="Google Shape;84;p8"/>
          <p:cNvGrpSpPr/>
          <p:nvPr/>
        </p:nvGrpSpPr>
        <p:grpSpPr>
          <a:xfrm>
            <a:off x="6963076" y="0"/>
            <a:ext cx="1952316" cy="5143493"/>
            <a:chOff x="6963076" y="0"/>
            <a:chExt cx="1952316" cy="5143493"/>
          </a:xfrm>
        </p:grpSpPr>
        <p:sp>
          <p:nvSpPr>
            <p:cNvPr id="85" name="Google Shape;85;p8"/>
            <p:cNvSpPr/>
            <p:nvPr/>
          </p:nvSpPr>
          <p:spPr>
            <a:xfrm>
              <a:off x="6963076" y="3274552"/>
              <a:ext cx="359208" cy="1868940"/>
            </a:xfrm>
            <a:custGeom>
              <a:rect b="b" l="l" r="r" t="t"/>
              <a:pathLst>
                <a:path extrusionOk="0" h="21600" w="21600">
                  <a:moveTo>
                    <a:pt x="21600" y="21600"/>
                  </a:moveTo>
                  <a:lnTo>
                    <a:pt x="21600" y="0"/>
                  </a:lnTo>
                  <a:lnTo>
                    <a:pt x="0" y="753"/>
                  </a:lnTo>
                  <a:lnTo>
                    <a:pt x="0" y="21600"/>
                  </a:lnTo>
                  <a:lnTo>
                    <a:pt x="21600" y="216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" name="Google Shape;86;p8"/>
            <p:cNvSpPr/>
            <p:nvPr/>
          </p:nvSpPr>
          <p:spPr>
            <a:xfrm>
              <a:off x="6963076" y="977835"/>
              <a:ext cx="359208" cy="439992"/>
            </a:xfrm>
            <a:custGeom>
              <a:rect b="b" l="l" r="r" t="t"/>
              <a:pathLst>
                <a:path extrusionOk="0" h="21600" w="21600">
                  <a:moveTo>
                    <a:pt x="0" y="21600"/>
                  </a:moveTo>
                  <a:lnTo>
                    <a:pt x="21600" y="18401"/>
                  </a:lnTo>
                  <a:lnTo>
                    <a:pt x="21600" y="0"/>
                  </a:lnTo>
                  <a:lnTo>
                    <a:pt x="0" y="3199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6963076" y="1"/>
              <a:ext cx="359208" cy="954126"/>
            </a:xfrm>
            <a:custGeom>
              <a:rect b="b" l="l" r="r" t="t"/>
              <a:pathLst>
                <a:path extrusionOk="0" h="21600" w="21600">
                  <a:moveTo>
                    <a:pt x="21600" y="0"/>
                  </a:moveTo>
                  <a:lnTo>
                    <a:pt x="0" y="0"/>
                  </a:lnTo>
                  <a:lnTo>
                    <a:pt x="0" y="21600"/>
                  </a:lnTo>
                  <a:lnTo>
                    <a:pt x="21600" y="20125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7415771" y="1034367"/>
              <a:ext cx="837702" cy="2962548"/>
            </a:xfrm>
            <a:custGeom>
              <a:rect b="b" l="l" r="r" t="t"/>
              <a:pathLst>
                <a:path extrusionOk="0" h="21600" w="21600">
                  <a:moveTo>
                    <a:pt x="21600" y="0"/>
                  </a:moveTo>
                  <a:lnTo>
                    <a:pt x="0" y="1107"/>
                  </a:lnTo>
                  <a:lnTo>
                    <a:pt x="0" y="21600"/>
                  </a:lnTo>
                  <a:lnTo>
                    <a:pt x="21600" y="20492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" name="Google Shape;89;p8"/>
            <p:cNvSpPr/>
            <p:nvPr/>
          </p:nvSpPr>
          <p:spPr>
            <a:xfrm>
              <a:off x="7415771" y="0"/>
              <a:ext cx="837702" cy="1092042"/>
            </a:xfrm>
            <a:custGeom>
              <a:rect b="b" l="l" r="r" t="t"/>
              <a:pathLst>
                <a:path extrusionOk="0" h="21600" w="21600">
                  <a:moveTo>
                    <a:pt x="0" y="21600"/>
                  </a:moveTo>
                  <a:lnTo>
                    <a:pt x="21600" y="18596"/>
                  </a:lnTo>
                  <a:lnTo>
                    <a:pt x="21600" y="0"/>
                  </a:lnTo>
                  <a:lnTo>
                    <a:pt x="0" y="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" name="Google Shape;90;p8"/>
            <p:cNvSpPr/>
            <p:nvPr/>
          </p:nvSpPr>
          <p:spPr>
            <a:xfrm>
              <a:off x="8346880" y="1552004"/>
              <a:ext cx="568512" cy="1140210"/>
            </a:xfrm>
            <a:custGeom>
              <a:rect b="b" l="l" r="r" t="t"/>
              <a:pathLst>
                <a:path extrusionOk="0" h="21600" w="21600">
                  <a:moveTo>
                    <a:pt x="0" y="21600"/>
                  </a:moveTo>
                  <a:lnTo>
                    <a:pt x="21600" y="19647"/>
                  </a:lnTo>
                  <a:lnTo>
                    <a:pt x="21600" y="0"/>
                  </a:lnTo>
                  <a:lnTo>
                    <a:pt x="0" y="1953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8346880" y="4574477"/>
              <a:ext cx="568512" cy="568998"/>
            </a:xfrm>
            <a:custGeom>
              <a:rect b="b" l="l" r="r" t="t"/>
              <a:pathLst>
                <a:path extrusionOk="0" h="21600" w="2160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3912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8346880" y="2682241"/>
              <a:ext cx="568512" cy="1902258"/>
            </a:xfrm>
            <a:custGeom>
              <a:rect b="b" l="l" r="r" t="t"/>
              <a:pathLst>
                <a:path extrusionOk="0" h="21600" w="21600">
                  <a:moveTo>
                    <a:pt x="21600" y="0"/>
                  </a:moveTo>
                  <a:lnTo>
                    <a:pt x="0" y="1170"/>
                  </a:lnTo>
                  <a:lnTo>
                    <a:pt x="0" y="21600"/>
                  </a:lnTo>
                  <a:lnTo>
                    <a:pt x="21600" y="20429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9"/>
          <p:cNvSpPr txBox="1"/>
          <p:nvPr>
            <p:ph type="title"/>
          </p:nvPr>
        </p:nvSpPr>
        <p:spPr>
          <a:xfrm>
            <a:off x="550500" y="759800"/>
            <a:ext cx="6107700" cy="396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95" name="Google Shape;95;p9"/>
          <p:cNvSpPr txBox="1"/>
          <p:nvPr>
            <p:ph idx="12" type="sldNum"/>
          </p:nvPr>
        </p:nvSpPr>
        <p:spPr>
          <a:xfrm>
            <a:off x="8346250" y="4688650"/>
            <a:ext cx="569100" cy="45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96" name="Google Shape;96;p9"/>
          <p:cNvGrpSpPr/>
          <p:nvPr/>
        </p:nvGrpSpPr>
        <p:grpSpPr>
          <a:xfrm>
            <a:off x="6963076" y="0"/>
            <a:ext cx="1952316" cy="5143493"/>
            <a:chOff x="6963076" y="0"/>
            <a:chExt cx="1952316" cy="5143493"/>
          </a:xfrm>
        </p:grpSpPr>
        <p:sp>
          <p:nvSpPr>
            <p:cNvPr id="97" name="Google Shape;97;p9"/>
            <p:cNvSpPr/>
            <p:nvPr/>
          </p:nvSpPr>
          <p:spPr>
            <a:xfrm>
              <a:off x="6963076" y="3274552"/>
              <a:ext cx="359208" cy="1868940"/>
            </a:xfrm>
            <a:custGeom>
              <a:rect b="b" l="l" r="r" t="t"/>
              <a:pathLst>
                <a:path extrusionOk="0" h="21600" w="21600">
                  <a:moveTo>
                    <a:pt x="21600" y="21600"/>
                  </a:moveTo>
                  <a:lnTo>
                    <a:pt x="21600" y="0"/>
                  </a:lnTo>
                  <a:lnTo>
                    <a:pt x="0" y="753"/>
                  </a:lnTo>
                  <a:lnTo>
                    <a:pt x="0" y="21600"/>
                  </a:lnTo>
                  <a:lnTo>
                    <a:pt x="21600" y="216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" name="Google Shape;98;p9"/>
            <p:cNvSpPr/>
            <p:nvPr/>
          </p:nvSpPr>
          <p:spPr>
            <a:xfrm>
              <a:off x="6963076" y="977835"/>
              <a:ext cx="359208" cy="439992"/>
            </a:xfrm>
            <a:custGeom>
              <a:rect b="b" l="l" r="r" t="t"/>
              <a:pathLst>
                <a:path extrusionOk="0" h="21600" w="21600">
                  <a:moveTo>
                    <a:pt x="0" y="21600"/>
                  </a:moveTo>
                  <a:lnTo>
                    <a:pt x="21600" y="18401"/>
                  </a:lnTo>
                  <a:lnTo>
                    <a:pt x="21600" y="0"/>
                  </a:lnTo>
                  <a:lnTo>
                    <a:pt x="0" y="3199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99;p9"/>
            <p:cNvSpPr/>
            <p:nvPr/>
          </p:nvSpPr>
          <p:spPr>
            <a:xfrm>
              <a:off x="6963076" y="1"/>
              <a:ext cx="359208" cy="954126"/>
            </a:xfrm>
            <a:custGeom>
              <a:rect b="b" l="l" r="r" t="t"/>
              <a:pathLst>
                <a:path extrusionOk="0" h="21600" w="21600">
                  <a:moveTo>
                    <a:pt x="21600" y="0"/>
                  </a:moveTo>
                  <a:lnTo>
                    <a:pt x="0" y="0"/>
                  </a:lnTo>
                  <a:lnTo>
                    <a:pt x="0" y="21600"/>
                  </a:lnTo>
                  <a:lnTo>
                    <a:pt x="21600" y="20125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" name="Google Shape;100;p9"/>
            <p:cNvSpPr/>
            <p:nvPr/>
          </p:nvSpPr>
          <p:spPr>
            <a:xfrm>
              <a:off x="7415771" y="1034367"/>
              <a:ext cx="837702" cy="2962548"/>
            </a:xfrm>
            <a:custGeom>
              <a:rect b="b" l="l" r="r" t="t"/>
              <a:pathLst>
                <a:path extrusionOk="0" h="21600" w="21600">
                  <a:moveTo>
                    <a:pt x="21600" y="0"/>
                  </a:moveTo>
                  <a:lnTo>
                    <a:pt x="0" y="1107"/>
                  </a:lnTo>
                  <a:lnTo>
                    <a:pt x="0" y="21600"/>
                  </a:lnTo>
                  <a:lnTo>
                    <a:pt x="21600" y="20492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" name="Google Shape;101;p9"/>
            <p:cNvSpPr/>
            <p:nvPr/>
          </p:nvSpPr>
          <p:spPr>
            <a:xfrm>
              <a:off x="7415771" y="0"/>
              <a:ext cx="837702" cy="1092042"/>
            </a:xfrm>
            <a:custGeom>
              <a:rect b="b" l="l" r="r" t="t"/>
              <a:pathLst>
                <a:path extrusionOk="0" h="21600" w="21600">
                  <a:moveTo>
                    <a:pt x="0" y="21600"/>
                  </a:moveTo>
                  <a:lnTo>
                    <a:pt x="21600" y="18596"/>
                  </a:lnTo>
                  <a:lnTo>
                    <a:pt x="21600" y="0"/>
                  </a:lnTo>
                  <a:lnTo>
                    <a:pt x="0" y="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" name="Google Shape;102;p9"/>
            <p:cNvSpPr/>
            <p:nvPr/>
          </p:nvSpPr>
          <p:spPr>
            <a:xfrm>
              <a:off x="8346880" y="1552004"/>
              <a:ext cx="568512" cy="1140210"/>
            </a:xfrm>
            <a:custGeom>
              <a:rect b="b" l="l" r="r" t="t"/>
              <a:pathLst>
                <a:path extrusionOk="0" h="21600" w="21600">
                  <a:moveTo>
                    <a:pt x="0" y="21600"/>
                  </a:moveTo>
                  <a:lnTo>
                    <a:pt x="21600" y="19647"/>
                  </a:lnTo>
                  <a:lnTo>
                    <a:pt x="21600" y="0"/>
                  </a:lnTo>
                  <a:lnTo>
                    <a:pt x="0" y="1953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" name="Google Shape;103;p9"/>
            <p:cNvSpPr/>
            <p:nvPr/>
          </p:nvSpPr>
          <p:spPr>
            <a:xfrm>
              <a:off x="8346880" y="4574477"/>
              <a:ext cx="568512" cy="568998"/>
            </a:xfrm>
            <a:custGeom>
              <a:rect b="b" l="l" r="r" t="t"/>
              <a:pathLst>
                <a:path extrusionOk="0" h="21600" w="2160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3912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9"/>
            <p:cNvSpPr/>
            <p:nvPr/>
          </p:nvSpPr>
          <p:spPr>
            <a:xfrm>
              <a:off x="8346880" y="2682241"/>
              <a:ext cx="568512" cy="1902258"/>
            </a:xfrm>
            <a:custGeom>
              <a:rect b="b" l="l" r="r" t="t"/>
              <a:pathLst>
                <a:path extrusionOk="0" h="21600" w="21600">
                  <a:moveTo>
                    <a:pt x="21600" y="0"/>
                  </a:moveTo>
                  <a:lnTo>
                    <a:pt x="0" y="1170"/>
                  </a:lnTo>
                  <a:lnTo>
                    <a:pt x="0" y="21600"/>
                  </a:lnTo>
                  <a:lnTo>
                    <a:pt x="21600" y="20429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0"/>
          <p:cNvSpPr/>
          <p:nvPr/>
        </p:nvSpPr>
        <p:spPr>
          <a:xfrm flipH="1">
            <a:off x="8556137" y="3512673"/>
            <a:ext cx="359208" cy="1630800"/>
          </a:xfrm>
          <a:custGeom>
            <a:rect b="b" l="l" r="r" t="t"/>
            <a:pathLst>
              <a:path extrusionOk="0" h="21600" w="21600">
                <a:moveTo>
                  <a:pt x="21600" y="21600"/>
                </a:moveTo>
                <a:lnTo>
                  <a:pt x="21600" y="0"/>
                </a:lnTo>
                <a:lnTo>
                  <a:pt x="0" y="863"/>
                </a:lnTo>
                <a:lnTo>
                  <a:pt x="0" y="21600"/>
                </a:lnTo>
                <a:lnTo>
                  <a:pt x="21600" y="2160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0"/>
          <p:cNvSpPr/>
          <p:nvPr/>
        </p:nvSpPr>
        <p:spPr>
          <a:xfrm flipH="1">
            <a:off x="8556137" y="977835"/>
            <a:ext cx="359208" cy="963846"/>
          </a:xfrm>
          <a:custGeom>
            <a:rect b="b" l="l" r="r" t="t"/>
            <a:pathLst>
              <a:path extrusionOk="0" h="21600" w="21600">
                <a:moveTo>
                  <a:pt x="0" y="21600"/>
                </a:moveTo>
                <a:lnTo>
                  <a:pt x="21600" y="20140"/>
                </a:lnTo>
                <a:lnTo>
                  <a:pt x="21600" y="0"/>
                </a:lnTo>
                <a:lnTo>
                  <a:pt x="0" y="1460"/>
                </a:lnTo>
                <a:lnTo>
                  <a:pt x="0" y="2160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0"/>
          <p:cNvSpPr/>
          <p:nvPr/>
        </p:nvSpPr>
        <p:spPr>
          <a:xfrm flipH="1">
            <a:off x="8556137" y="0"/>
            <a:ext cx="359208" cy="954126"/>
          </a:xfrm>
          <a:custGeom>
            <a:rect b="b" l="l" r="r" t="t"/>
            <a:pathLst>
              <a:path extrusionOk="0" h="21600" w="21600">
                <a:moveTo>
                  <a:pt x="21600" y="0"/>
                </a:moveTo>
                <a:lnTo>
                  <a:pt x="0" y="0"/>
                </a:lnTo>
                <a:lnTo>
                  <a:pt x="0" y="21600"/>
                </a:lnTo>
                <a:lnTo>
                  <a:pt x="21600" y="20125"/>
                </a:lnTo>
                <a:lnTo>
                  <a:pt x="2160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0"/>
          <p:cNvSpPr/>
          <p:nvPr/>
        </p:nvSpPr>
        <p:spPr>
          <a:xfrm flipH="1">
            <a:off x="7896852" y="456628"/>
            <a:ext cx="568512" cy="711612"/>
          </a:xfrm>
          <a:custGeom>
            <a:rect b="b" l="l" r="r" t="t"/>
            <a:pathLst>
              <a:path extrusionOk="0" h="21600" w="21600">
                <a:moveTo>
                  <a:pt x="0" y="21600"/>
                </a:moveTo>
                <a:lnTo>
                  <a:pt x="21600" y="18470"/>
                </a:lnTo>
                <a:lnTo>
                  <a:pt x="21600" y="0"/>
                </a:lnTo>
                <a:lnTo>
                  <a:pt x="0" y="3130"/>
                </a:lnTo>
                <a:lnTo>
                  <a:pt x="0" y="2160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0"/>
          <p:cNvSpPr/>
          <p:nvPr/>
        </p:nvSpPr>
        <p:spPr>
          <a:xfrm flipH="1">
            <a:off x="7896852" y="4574472"/>
            <a:ext cx="568512" cy="569052"/>
          </a:xfrm>
          <a:custGeom>
            <a:rect b="b" l="l" r="r" t="t"/>
            <a:pathLst>
              <a:path extrusionOk="0" h="21600" w="21600">
                <a:moveTo>
                  <a:pt x="0" y="21600"/>
                </a:moveTo>
                <a:lnTo>
                  <a:pt x="21600" y="21600"/>
                </a:lnTo>
                <a:lnTo>
                  <a:pt x="21600" y="0"/>
                </a:lnTo>
                <a:lnTo>
                  <a:pt x="0" y="3912"/>
                </a:lnTo>
                <a:lnTo>
                  <a:pt x="0" y="2160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0"/>
          <p:cNvSpPr/>
          <p:nvPr/>
        </p:nvSpPr>
        <p:spPr>
          <a:xfrm flipH="1">
            <a:off x="7896852" y="1158238"/>
            <a:ext cx="568512" cy="3426246"/>
          </a:xfrm>
          <a:custGeom>
            <a:rect b="b" l="l" r="r" t="t"/>
            <a:pathLst>
              <a:path extrusionOk="0" h="21600" w="21600">
                <a:moveTo>
                  <a:pt x="21600" y="0"/>
                </a:moveTo>
                <a:lnTo>
                  <a:pt x="0" y="650"/>
                </a:lnTo>
                <a:lnTo>
                  <a:pt x="0" y="21600"/>
                </a:lnTo>
                <a:lnTo>
                  <a:pt x="21600" y="20950"/>
                </a:lnTo>
                <a:lnTo>
                  <a:pt x="2160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0"/>
          <p:cNvSpPr txBox="1"/>
          <p:nvPr>
            <p:ph idx="1" type="body"/>
          </p:nvPr>
        </p:nvSpPr>
        <p:spPr>
          <a:xfrm>
            <a:off x="550500" y="4406300"/>
            <a:ext cx="7083300" cy="5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>
              <a:spcBef>
                <a:spcPts val="0"/>
              </a:spcBef>
              <a:spcAft>
                <a:spcPts val="800"/>
              </a:spcAft>
              <a:buSzPts val="1800"/>
              <a:buNone/>
              <a:defRPr sz="1800"/>
            </a:lvl1pPr>
          </a:lstStyle>
          <a:p/>
        </p:txBody>
      </p:sp>
      <p:sp>
        <p:nvSpPr>
          <p:cNvPr id="113" name="Google Shape;113;p10"/>
          <p:cNvSpPr txBox="1"/>
          <p:nvPr>
            <p:ph idx="12" type="sldNum"/>
          </p:nvPr>
        </p:nvSpPr>
        <p:spPr>
          <a:xfrm>
            <a:off x="8556125" y="4688650"/>
            <a:ext cx="359100" cy="45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buNone/>
              <a:defRPr>
                <a:solidFill>
                  <a:schemeClr val="accent3"/>
                </a:solidFill>
              </a:defRPr>
            </a:lvl1pPr>
            <a:lvl2pPr lvl="1" rtl="0">
              <a:buNone/>
              <a:defRPr>
                <a:solidFill>
                  <a:schemeClr val="accent3"/>
                </a:solidFill>
              </a:defRPr>
            </a:lvl2pPr>
            <a:lvl3pPr lvl="2" rtl="0">
              <a:buNone/>
              <a:defRPr>
                <a:solidFill>
                  <a:schemeClr val="accent3"/>
                </a:solidFill>
              </a:defRPr>
            </a:lvl3pPr>
            <a:lvl4pPr lvl="3" rtl="0">
              <a:buNone/>
              <a:defRPr>
                <a:solidFill>
                  <a:schemeClr val="accent3"/>
                </a:solidFill>
              </a:defRPr>
            </a:lvl4pPr>
            <a:lvl5pPr lvl="4" rtl="0">
              <a:buNone/>
              <a:defRPr>
                <a:solidFill>
                  <a:schemeClr val="accent3"/>
                </a:solidFill>
              </a:defRPr>
            </a:lvl5pPr>
            <a:lvl6pPr lvl="5" rtl="0">
              <a:buNone/>
              <a:defRPr>
                <a:solidFill>
                  <a:schemeClr val="accent3"/>
                </a:solidFill>
              </a:defRPr>
            </a:lvl6pPr>
            <a:lvl7pPr lvl="6" rtl="0">
              <a:buNone/>
              <a:defRPr>
                <a:solidFill>
                  <a:schemeClr val="accent3"/>
                </a:solidFill>
              </a:defRPr>
            </a:lvl7pPr>
            <a:lvl8pPr lvl="7" rtl="0">
              <a:buNone/>
              <a:defRPr>
                <a:solidFill>
                  <a:schemeClr val="accent3"/>
                </a:solidFill>
              </a:defRPr>
            </a:lvl8pPr>
            <a:lvl9pPr lvl="8" rtl="0">
              <a:buNone/>
              <a:defRPr>
                <a:solidFill>
                  <a:schemeClr val="accent3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1"/>
          <p:cNvSpPr/>
          <p:nvPr/>
        </p:nvSpPr>
        <p:spPr>
          <a:xfrm flipH="1">
            <a:off x="8556137" y="3512673"/>
            <a:ext cx="359208" cy="1630800"/>
          </a:xfrm>
          <a:custGeom>
            <a:rect b="b" l="l" r="r" t="t"/>
            <a:pathLst>
              <a:path extrusionOk="0" h="21600" w="21600">
                <a:moveTo>
                  <a:pt x="21600" y="21600"/>
                </a:moveTo>
                <a:lnTo>
                  <a:pt x="21600" y="0"/>
                </a:lnTo>
                <a:lnTo>
                  <a:pt x="0" y="863"/>
                </a:lnTo>
                <a:lnTo>
                  <a:pt x="0" y="21600"/>
                </a:lnTo>
                <a:lnTo>
                  <a:pt x="21600" y="216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1"/>
          <p:cNvSpPr txBox="1"/>
          <p:nvPr>
            <p:ph idx="12" type="sldNum"/>
          </p:nvPr>
        </p:nvSpPr>
        <p:spPr>
          <a:xfrm>
            <a:off x="8556125" y="4688650"/>
            <a:ext cx="359100" cy="45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7" name="Google Shape;117;p11"/>
          <p:cNvSpPr/>
          <p:nvPr/>
        </p:nvSpPr>
        <p:spPr>
          <a:xfrm flipH="1">
            <a:off x="8556137" y="977835"/>
            <a:ext cx="359208" cy="963846"/>
          </a:xfrm>
          <a:custGeom>
            <a:rect b="b" l="l" r="r" t="t"/>
            <a:pathLst>
              <a:path extrusionOk="0" h="21600" w="21600">
                <a:moveTo>
                  <a:pt x="0" y="21600"/>
                </a:moveTo>
                <a:lnTo>
                  <a:pt x="21600" y="20140"/>
                </a:lnTo>
                <a:lnTo>
                  <a:pt x="21600" y="0"/>
                </a:lnTo>
                <a:lnTo>
                  <a:pt x="0" y="146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1"/>
          <p:cNvSpPr/>
          <p:nvPr/>
        </p:nvSpPr>
        <p:spPr>
          <a:xfrm flipH="1">
            <a:off x="8556137" y="0"/>
            <a:ext cx="359208" cy="954126"/>
          </a:xfrm>
          <a:custGeom>
            <a:rect b="b" l="l" r="r" t="t"/>
            <a:pathLst>
              <a:path extrusionOk="0" h="21600" w="21600">
                <a:moveTo>
                  <a:pt x="21600" y="0"/>
                </a:moveTo>
                <a:lnTo>
                  <a:pt x="0" y="0"/>
                </a:lnTo>
                <a:lnTo>
                  <a:pt x="0" y="21600"/>
                </a:lnTo>
                <a:lnTo>
                  <a:pt x="21600" y="20125"/>
                </a:lnTo>
                <a:lnTo>
                  <a:pt x="2160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1"/>
          <p:cNvSpPr/>
          <p:nvPr/>
        </p:nvSpPr>
        <p:spPr>
          <a:xfrm flipH="1">
            <a:off x="7896852" y="456628"/>
            <a:ext cx="568512" cy="711612"/>
          </a:xfrm>
          <a:custGeom>
            <a:rect b="b" l="l" r="r" t="t"/>
            <a:pathLst>
              <a:path extrusionOk="0" h="21600" w="21600">
                <a:moveTo>
                  <a:pt x="0" y="21600"/>
                </a:moveTo>
                <a:lnTo>
                  <a:pt x="21600" y="18470"/>
                </a:lnTo>
                <a:lnTo>
                  <a:pt x="21600" y="0"/>
                </a:lnTo>
                <a:lnTo>
                  <a:pt x="0" y="313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1"/>
          <p:cNvSpPr/>
          <p:nvPr/>
        </p:nvSpPr>
        <p:spPr>
          <a:xfrm flipH="1">
            <a:off x="7896852" y="4574472"/>
            <a:ext cx="568512" cy="569052"/>
          </a:xfrm>
          <a:custGeom>
            <a:rect b="b" l="l" r="r" t="t"/>
            <a:pathLst>
              <a:path extrusionOk="0" h="21600" w="21600">
                <a:moveTo>
                  <a:pt x="0" y="21600"/>
                </a:moveTo>
                <a:lnTo>
                  <a:pt x="21600" y="21600"/>
                </a:lnTo>
                <a:lnTo>
                  <a:pt x="21600" y="0"/>
                </a:lnTo>
                <a:lnTo>
                  <a:pt x="0" y="3912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1"/>
          <p:cNvSpPr/>
          <p:nvPr/>
        </p:nvSpPr>
        <p:spPr>
          <a:xfrm flipH="1">
            <a:off x="7896852" y="1158238"/>
            <a:ext cx="568512" cy="3426246"/>
          </a:xfrm>
          <a:custGeom>
            <a:rect b="b" l="l" r="r" t="t"/>
            <a:pathLst>
              <a:path extrusionOk="0" h="21600" w="21600">
                <a:moveTo>
                  <a:pt x="21600" y="0"/>
                </a:moveTo>
                <a:lnTo>
                  <a:pt x="0" y="650"/>
                </a:lnTo>
                <a:lnTo>
                  <a:pt x="0" y="21600"/>
                </a:lnTo>
                <a:lnTo>
                  <a:pt x="21600" y="20950"/>
                </a:lnTo>
                <a:lnTo>
                  <a:pt x="2160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550500" y="759800"/>
            <a:ext cx="61077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Oswald"/>
              <a:buNone/>
              <a:defRPr sz="3200">
                <a:solidFill>
                  <a:schemeClr val="accent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Oswald"/>
              <a:buNone/>
              <a:defRPr sz="3200">
                <a:solidFill>
                  <a:schemeClr val="accent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Oswald"/>
              <a:buNone/>
              <a:defRPr sz="3200">
                <a:solidFill>
                  <a:schemeClr val="accent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Oswald"/>
              <a:buNone/>
              <a:defRPr sz="3200">
                <a:solidFill>
                  <a:schemeClr val="accent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Oswald"/>
              <a:buNone/>
              <a:defRPr sz="3200">
                <a:solidFill>
                  <a:schemeClr val="accent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Oswald"/>
              <a:buNone/>
              <a:defRPr sz="3200">
                <a:solidFill>
                  <a:schemeClr val="accent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Oswald"/>
              <a:buNone/>
              <a:defRPr sz="3200">
                <a:solidFill>
                  <a:schemeClr val="accent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Oswald"/>
              <a:buNone/>
              <a:defRPr sz="3200">
                <a:solidFill>
                  <a:schemeClr val="accent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Oswald"/>
              <a:buNone/>
              <a:defRPr sz="3200">
                <a:solidFill>
                  <a:schemeClr val="accent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550500" y="1353948"/>
            <a:ext cx="6107700" cy="30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810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ews Cycle"/>
              <a:buChar char="▸"/>
              <a:defRPr sz="2400">
                <a:solidFill>
                  <a:schemeClr val="dk1"/>
                </a:solidFill>
                <a:latin typeface="News Cycle"/>
                <a:ea typeface="News Cycle"/>
                <a:cs typeface="News Cycle"/>
                <a:sym typeface="News Cycle"/>
              </a:defRPr>
            </a:lvl1pPr>
            <a:lvl2pPr indent="-381000" lvl="1" marL="9144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ews Cycle"/>
              <a:buChar char="▹"/>
              <a:defRPr sz="2400">
                <a:solidFill>
                  <a:schemeClr val="dk1"/>
                </a:solidFill>
                <a:latin typeface="News Cycle"/>
                <a:ea typeface="News Cycle"/>
                <a:cs typeface="News Cycle"/>
                <a:sym typeface="News Cycle"/>
              </a:defRPr>
            </a:lvl2pPr>
            <a:lvl3pPr indent="-381000" lvl="2" marL="13716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ews Cycle"/>
              <a:buChar char="■"/>
              <a:defRPr sz="2400">
                <a:solidFill>
                  <a:schemeClr val="dk1"/>
                </a:solidFill>
                <a:latin typeface="News Cycle"/>
                <a:ea typeface="News Cycle"/>
                <a:cs typeface="News Cycle"/>
                <a:sym typeface="News Cycle"/>
              </a:defRPr>
            </a:lvl3pPr>
            <a:lvl4pPr indent="-381000" lvl="3" marL="18288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ews Cycle"/>
              <a:buChar char="●"/>
              <a:defRPr sz="2400">
                <a:solidFill>
                  <a:schemeClr val="dk1"/>
                </a:solidFill>
                <a:latin typeface="News Cycle"/>
                <a:ea typeface="News Cycle"/>
                <a:cs typeface="News Cycle"/>
                <a:sym typeface="News Cycle"/>
              </a:defRPr>
            </a:lvl4pPr>
            <a:lvl5pPr indent="-381000" lvl="4" marL="22860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ews Cycle"/>
              <a:buChar char="○"/>
              <a:defRPr sz="2400">
                <a:solidFill>
                  <a:schemeClr val="dk1"/>
                </a:solidFill>
                <a:latin typeface="News Cycle"/>
                <a:ea typeface="News Cycle"/>
                <a:cs typeface="News Cycle"/>
                <a:sym typeface="News Cycle"/>
              </a:defRPr>
            </a:lvl5pPr>
            <a:lvl6pPr indent="-381000" lvl="5" marL="27432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ews Cycle"/>
              <a:buChar char="■"/>
              <a:defRPr sz="2400">
                <a:solidFill>
                  <a:schemeClr val="dk1"/>
                </a:solidFill>
                <a:latin typeface="News Cycle"/>
                <a:ea typeface="News Cycle"/>
                <a:cs typeface="News Cycle"/>
                <a:sym typeface="News Cycle"/>
              </a:defRPr>
            </a:lvl6pPr>
            <a:lvl7pPr indent="-381000" lvl="6" marL="32004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ews Cycle"/>
              <a:buChar char="●"/>
              <a:defRPr sz="2400">
                <a:solidFill>
                  <a:schemeClr val="dk1"/>
                </a:solidFill>
                <a:latin typeface="News Cycle"/>
                <a:ea typeface="News Cycle"/>
                <a:cs typeface="News Cycle"/>
                <a:sym typeface="News Cycle"/>
              </a:defRPr>
            </a:lvl7pPr>
            <a:lvl8pPr indent="-381000" lvl="7" marL="36576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ews Cycle"/>
              <a:buChar char="○"/>
              <a:defRPr sz="2400">
                <a:solidFill>
                  <a:schemeClr val="dk1"/>
                </a:solidFill>
                <a:latin typeface="News Cycle"/>
                <a:ea typeface="News Cycle"/>
                <a:cs typeface="News Cycle"/>
                <a:sym typeface="News Cycle"/>
              </a:defRPr>
            </a:lvl8pPr>
            <a:lvl9pPr indent="-381000" lvl="8" marL="4114800" rtl="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2400"/>
              <a:buFont typeface="News Cycle"/>
              <a:buChar char="■"/>
              <a:defRPr sz="2400">
                <a:solidFill>
                  <a:schemeClr val="dk1"/>
                </a:solidFill>
                <a:latin typeface="News Cycle"/>
                <a:ea typeface="News Cycle"/>
                <a:cs typeface="News Cycle"/>
                <a:sym typeface="News Cycle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46250" y="4688650"/>
            <a:ext cx="569100" cy="45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buNone/>
              <a:defRPr sz="13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 algn="ctr">
              <a:buNone/>
              <a:defRPr sz="13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rtl="0" algn="ctr">
              <a:buNone/>
              <a:defRPr sz="13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rtl="0" algn="ctr">
              <a:buNone/>
              <a:defRPr sz="13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rtl="0" algn="ctr">
              <a:buNone/>
              <a:defRPr sz="13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rtl="0" algn="ctr">
              <a:buNone/>
              <a:defRPr sz="13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rtl="0" algn="ctr">
              <a:buNone/>
              <a:defRPr sz="13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rtl="0" algn="ctr">
              <a:buNone/>
              <a:defRPr sz="13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rtl="0" algn="ctr">
              <a:buNone/>
              <a:defRPr sz="13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>
    <p:fade thruBlk="1"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Relationship Id="rId3" Type="http://schemas.openxmlformats.org/officeDocument/2006/relationships/hyperlink" Target="http://drive.google.com/file/d/1DlLwfG7VuVHtJawa4Gt7_Ki1e3aNlw5p/view" TargetMode="External"/><Relationship Id="rId4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2"/>
          <p:cNvSpPr txBox="1"/>
          <p:nvPr>
            <p:ph type="ctrTitle"/>
          </p:nvPr>
        </p:nvSpPr>
        <p:spPr>
          <a:xfrm>
            <a:off x="550500" y="2435625"/>
            <a:ext cx="3638700" cy="2240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EY Internship</a:t>
            </a:r>
            <a:r>
              <a:rPr lang="en"/>
              <a:t> </a:t>
            </a:r>
            <a:r>
              <a:rPr b="1" lang="en">
                <a:solidFill>
                  <a:schemeClr val="accent6"/>
                </a:solidFill>
              </a:rPr>
              <a:t>PROJECT</a:t>
            </a:r>
            <a:r>
              <a:rPr b="1" lang="en">
                <a:solidFill>
                  <a:schemeClr val="accent6"/>
                </a:solidFill>
              </a:rPr>
              <a:t> OVERVIEW -</a:t>
            </a:r>
            <a:r>
              <a:rPr b="1" lang="en"/>
              <a:t> ALFA</a:t>
            </a:r>
            <a:endParaRPr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3"/>
          <p:cNvSpPr txBox="1"/>
          <p:nvPr>
            <p:ph type="title"/>
          </p:nvPr>
        </p:nvSpPr>
        <p:spPr>
          <a:xfrm>
            <a:off x="550500" y="759800"/>
            <a:ext cx="6107700" cy="396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DETAILS</a:t>
            </a:r>
            <a:endParaRPr/>
          </a:p>
        </p:txBody>
      </p:sp>
      <p:sp>
        <p:nvSpPr>
          <p:cNvPr id="132" name="Google Shape;132;p13"/>
          <p:cNvSpPr txBox="1"/>
          <p:nvPr>
            <p:ph idx="12" type="sldNum"/>
          </p:nvPr>
        </p:nvSpPr>
        <p:spPr>
          <a:xfrm>
            <a:off x="8346250" y="4688650"/>
            <a:ext cx="569100" cy="45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3" name="Google Shape;133;p13"/>
          <p:cNvSpPr txBox="1"/>
          <p:nvPr>
            <p:ph idx="1" type="body"/>
          </p:nvPr>
        </p:nvSpPr>
        <p:spPr>
          <a:xfrm>
            <a:off x="550500" y="1353948"/>
            <a:ext cx="6107700" cy="303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accent3"/>
                </a:solidFill>
              </a:rPr>
              <a:t>Project Coordinator:</a:t>
            </a:r>
            <a:r>
              <a:rPr b="1" lang="en" sz="1800">
                <a:solidFill>
                  <a:schemeClr val="accent1"/>
                </a:solidFill>
              </a:rPr>
              <a:t> ABHISHEK SINGH</a:t>
            </a:r>
            <a:endParaRPr b="1" sz="1800">
              <a:solidFill>
                <a:schemeClr val="accent1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accent3"/>
                </a:solidFill>
              </a:rPr>
              <a:t>Backend:</a:t>
            </a:r>
            <a:r>
              <a:rPr b="1" lang="en" sz="1800">
                <a:solidFill>
                  <a:schemeClr val="accent1"/>
                </a:solidFill>
              </a:rPr>
              <a:t> </a:t>
            </a:r>
            <a:r>
              <a:rPr b="1" lang="en" sz="1800">
                <a:solidFill>
                  <a:schemeClr val="accent1"/>
                </a:solidFill>
              </a:rPr>
              <a:t>HARSHIV PURI</a:t>
            </a:r>
            <a:endParaRPr b="1" sz="1800">
              <a:solidFill>
                <a:schemeClr val="accent1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accent3"/>
                </a:solidFill>
              </a:rPr>
              <a:t>Frontend:</a:t>
            </a:r>
            <a:r>
              <a:rPr b="1" lang="en" sz="1800">
                <a:solidFill>
                  <a:schemeClr val="accent1"/>
                </a:solidFill>
              </a:rPr>
              <a:t> APURV SHARMA</a:t>
            </a:r>
            <a:endParaRPr b="1" sz="1800">
              <a:solidFill>
                <a:schemeClr val="accent1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accent3"/>
                </a:solidFill>
              </a:rPr>
              <a:t>Project Details: </a:t>
            </a:r>
            <a:r>
              <a:rPr b="1" i="1" lang="en" sz="1800">
                <a:solidFill>
                  <a:schemeClr val="accent1"/>
                </a:solidFill>
              </a:rPr>
              <a:t>[...]</a:t>
            </a:r>
            <a:endParaRPr b="1" sz="180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4"/>
          <p:cNvSpPr txBox="1"/>
          <p:nvPr>
            <p:ph type="title"/>
          </p:nvPr>
        </p:nvSpPr>
        <p:spPr>
          <a:xfrm>
            <a:off x="550500" y="759800"/>
            <a:ext cx="3694500" cy="39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PRODUCT: 	</a:t>
            </a:r>
            <a:r>
              <a:rPr b="1" lang="en">
                <a:solidFill>
                  <a:schemeClr val="accent3"/>
                </a:solidFill>
                <a:latin typeface="News Cycle"/>
                <a:ea typeface="News Cycle"/>
                <a:cs typeface="News Cycle"/>
                <a:sym typeface="News Cycle"/>
              </a:rPr>
              <a:t>A</a:t>
            </a:r>
            <a:r>
              <a:rPr lang="en">
                <a:latin typeface="News Cycle"/>
                <a:ea typeface="News Cycle"/>
                <a:cs typeface="News Cycle"/>
                <a:sym typeface="News Cycle"/>
              </a:rPr>
              <a:t>utomated</a:t>
            </a:r>
            <a:r>
              <a:rPr lang="en">
                <a:solidFill>
                  <a:schemeClr val="accent3"/>
                </a:solidFill>
                <a:latin typeface="News Cycle"/>
                <a:ea typeface="News Cycle"/>
                <a:cs typeface="News Cycle"/>
                <a:sym typeface="News Cycle"/>
              </a:rPr>
              <a:t> </a:t>
            </a:r>
            <a:endParaRPr>
              <a:solidFill>
                <a:schemeClr val="accent3"/>
              </a:solidFill>
              <a:latin typeface="News Cycle"/>
              <a:ea typeface="News Cycle"/>
              <a:cs typeface="News Cycle"/>
              <a:sym typeface="News Cycle"/>
            </a:endParaRPr>
          </a:p>
          <a:p>
            <a:pPr indent="0" lvl="0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News Cycle"/>
                <a:ea typeface="News Cycle"/>
                <a:cs typeface="News Cycle"/>
                <a:sym typeface="News Cycle"/>
              </a:rPr>
              <a:t>L</a:t>
            </a:r>
            <a:r>
              <a:rPr lang="en">
                <a:latin typeface="News Cycle"/>
                <a:ea typeface="News Cycle"/>
                <a:cs typeface="News Cycle"/>
                <a:sym typeface="News Cycle"/>
              </a:rPr>
              <a:t>ead &amp;</a:t>
            </a:r>
            <a:r>
              <a:rPr lang="en">
                <a:solidFill>
                  <a:schemeClr val="accent3"/>
                </a:solidFill>
                <a:latin typeface="News Cycle"/>
                <a:ea typeface="News Cycle"/>
                <a:cs typeface="News Cycle"/>
                <a:sym typeface="News Cycle"/>
              </a:rPr>
              <a:t> </a:t>
            </a:r>
            <a:endParaRPr>
              <a:solidFill>
                <a:schemeClr val="accent3"/>
              </a:solidFill>
              <a:latin typeface="News Cycle"/>
              <a:ea typeface="News Cycle"/>
              <a:cs typeface="News Cycle"/>
              <a:sym typeface="News Cycle"/>
            </a:endParaRPr>
          </a:p>
          <a:p>
            <a:pPr indent="0" lvl="0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News Cycle"/>
                <a:ea typeface="News Cycle"/>
                <a:cs typeface="News Cycle"/>
                <a:sym typeface="News Cycle"/>
              </a:rPr>
              <a:t>F</a:t>
            </a:r>
            <a:r>
              <a:rPr lang="en">
                <a:latin typeface="News Cycle"/>
                <a:ea typeface="News Cycle"/>
                <a:cs typeface="News Cycle"/>
                <a:sym typeface="News Cycle"/>
              </a:rPr>
              <a:t>inancial</a:t>
            </a:r>
            <a:r>
              <a:rPr lang="en">
                <a:solidFill>
                  <a:schemeClr val="accent3"/>
                </a:solidFill>
                <a:latin typeface="News Cycle"/>
                <a:ea typeface="News Cycle"/>
                <a:cs typeface="News Cycle"/>
                <a:sym typeface="News Cycle"/>
              </a:rPr>
              <a:t> </a:t>
            </a:r>
            <a:endParaRPr>
              <a:solidFill>
                <a:schemeClr val="accent3"/>
              </a:solidFill>
              <a:latin typeface="News Cycle"/>
              <a:ea typeface="News Cycle"/>
              <a:cs typeface="News Cycle"/>
              <a:sym typeface="News Cycle"/>
            </a:endParaRPr>
          </a:p>
          <a:p>
            <a:pPr indent="0" lvl="0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News Cycle"/>
                <a:ea typeface="News Cycle"/>
                <a:cs typeface="News Cycle"/>
                <a:sym typeface="News Cycle"/>
              </a:rPr>
              <a:t>A</a:t>
            </a:r>
            <a:r>
              <a:rPr lang="en">
                <a:latin typeface="News Cycle"/>
                <a:ea typeface="News Cycle"/>
                <a:cs typeface="News Cycle"/>
                <a:sym typeface="News Cycle"/>
              </a:rPr>
              <a:t>nalysis</a:t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139" name="Google Shape;139;p14"/>
          <p:cNvSpPr txBox="1"/>
          <p:nvPr>
            <p:ph idx="1" type="body"/>
          </p:nvPr>
        </p:nvSpPr>
        <p:spPr>
          <a:xfrm>
            <a:off x="550500" y="1353948"/>
            <a:ext cx="3694500" cy="303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accent1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accent1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accent1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accent1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accent1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rPr lang="en" sz="1600">
                <a:solidFill>
                  <a:schemeClr val="accent1"/>
                </a:solidFill>
              </a:rPr>
              <a:t>Automatically fills out Business Description (BD) forms from a given format and a collection of Annual Reports (ARs)</a:t>
            </a:r>
            <a:endParaRPr sz="1600">
              <a:solidFill>
                <a:schemeClr val="accent1"/>
              </a:solidFill>
            </a:endParaRPr>
          </a:p>
        </p:txBody>
      </p:sp>
      <p:sp>
        <p:nvSpPr>
          <p:cNvPr id="140" name="Google Shape;140;p14"/>
          <p:cNvSpPr txBox="1"/>
          <p:nvPr>
            <p:ph idx="12" type="sldNum"/>
          </p:nvPr>
        </p:nvSpPr>
        <p:spPr>
          <a:xfrm>
            <a:off x="8346250" y="4688650"/>
            <a:ext cx="569100" cy="45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41" name="Google Shape;141;p14" title="Screenshot 2026-07-29 at 14.46.10.png"/>
          <p:cNvPicPr preferRelativeResize="0"/>
          <p:nvPr/>
        </p:nvPicPr>
        <p:blipFill rotWithShape="1">
          <a:blip r:embed="rId3">
            <a:alphaModFix/>
          </a:blip>
          <a:srcRect b="0" l="159" r="169" t="0"/>
          <a:stretch/>
        </p:blipFill>
        <p:spPr>
          <a:xfrm>
            <a:off x="4397400" y="1208963"/>
            <a:ext cx="4594200" cy="2725500"/>
          </a:xfrm>
          <a:prstGeom prst="roundRect">
            <a:avLst>
              <a:gd fmla="val 6368" name="adj"/>
            </a:avLst>
          </a:prstGeom>
          <a:noFill/>
          <a:ln>
            <a:noFill/>
          </a:ln>
          <a:effectLst>
            <a:outerShdw blurRad="142875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/>
          <p:nvPr>
            <p:ph type="title"/>
          </p:nvPr>
        </p:nvSpPr>
        <p:spPr>
          <a:xfrm>
            <a:off x="550500" y="759800"/>
            <a:ext cx="3694500" cy="396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CURRENT LIMITATIONS</a:t>
            </a:r>
            <a:endParaRPr/>
          </a:p>
        </p:txBody>
      </p:sp>
      <p:sp>
        <p:nvSpPr>
          <p:cNvPr id="147" name="Google Shape;147;p15"/>
          <p:cNvSpPr txBox="1"/>
          <p:nvPr>
            <p:ph idx="1" type="body"/>
          </p:nvPr>
        </p:nvSpPr>
        <p:spPr>
          <a:xfrm>
            <a:off x="550500" y="1353948"/>
            <a:ext cx="3694500" cy="303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Char char="●"/>
            </a:pPr>
            <a:r>
              <a:rPr lang="en" sz="2000">
                <a:solidFill>
                  <a:schemeClr val="accent1"/>
                </a:solidFill>
              </a:rPr>
              <a:t>Free API access</a:t>
            </a:r>
            <a:endParaRPr sz="2000">
              <a:solidFill>
                <a:schemeClr val="accent1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Char char="○"/>
            </a:pPr>
            <a:r>
              <a:rPr lang="en" sz="2000">
                <a:solidFill>
                  <a:schemeClr val="accent1"/>
                </a:solidFill>
              </a:rPr>
              <a:t>Low token quotas (TPM, RPD) = limited functionality for multiple simultaneous ARs</a:t>
            </a:r>
            <a:endParaRPr sz="2000">
              <a:solidFill>
                <a:schemeClr val="accent1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Char char="○"/>
            </a:pPr>
            <a:r>
              <a:rPr lang="en" sz="2000">
                <a:solidFill>
                  <a:schemeClr val="accent1"/>
                </a:solidFill>
              </a:rPr>
              <a:t>No websearch = no autofill of website/LinkedIn</a:t>
            </a:r>
            <a:endParaRPr sz="2000">
              <a:solidFill>
                <a:schemeClr val="accent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Char char="●"/>
            </a:pPr>
            <a:r>
              <a:rPr b="1" lang="en" sz="2000">
                <a:solidFill>
                  <a:schemeClr val="accent3"/>
                </a:solidFill>
              </a:rPr>
              <a:t>Enterprise API key solves both</a:t>
            </a:r>
            <a:endParaRPr b="1" sz="2000">
              <a:solidFill>
                <a:schemeClr val="accent3"/>
              </a:solidFill>
            </a:endParaRPr>
          </a:p>
        </p:txBody>
      </p:sp>
      <p:sp>
        <p:nvSpPr>
          <p:cNvPr id="148" name="Google Shape;148;p15"/>
          <p:cNvSpPr txBox="1"/>
          <p:nvPr>
            <p:ph idx="12" type="sldNum"/>
          </p:nvPr>
        </p:nvSpPr>
        <p:spPr>
          <a:xfrm>
            <a:off x="8346250" y="4688650"/>
            <a:ext cx="569100" cy="45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6"/>
          <p:cNvSpPr txBox="1"/>
          <p:nvPr>
            <p:ph type="title"/>
          </p:nvPr>
        </p:nvSpPr>
        <p:spPr>
          <a:xfrm>
            <a:off x="550500" y="759800"/>
            <a:ext cx="6107700" cy="396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 VIDEO</a:t>
            </a:r>
            <a:endParaRPr/>
          </a:p>
        </p:txBody>
      </p:sp>
      <p:sp>
        <p:nvSpPr>
          <p:cNvPr id="154" name="Google Shape;154;p16"/>
          <p:cNvSpPr txBox="1"/>
          <p:nvPr>
            <p:ph idx="12" type="sldNum"/>
          </p:nvPr>
        </p:nvSpPr>
        <p:spPr>
          <a:xfrm>
            <a:off x="8346250" y="4688650"/>
            <a:ext cx="569100" cy="45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55" name="Google Shape;155;p16" title="EY Internship Video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308500"/>
            <a:ext cx="6546845" cy="3682600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Jessica template">
  <a:themeElements>
    <a:clrScheme name="Custom 347">
      <a:dk1>
        <a:srgbClr val="062133"/>
      </a:dk1>
      <a:lt1>
        <a:srgbClr val="FFFFFF"/>
      </a:lt1>
      <a:dk2>
        <a:srgbClr val="878E92"/>
      </a:dk2>
      <a:lt2>
        <a:srgbClr val="E9EEF0"/>
      </a:lt2>
      <a:accent1>
        <a:srgbClr val="0DB8CC"/>
      </a:accent1>
      <a:accent2>
        <a:srgbClr val="FFA604"/>
      </a:accent2>
      <a:accent3>
        <a:srgbClr val="00799E"/>
      </a:accent3>
      <a:accent4>
        <a:srgbClr val="32E4C8"/>
      </a:accent4>
      <a:accent5>
        <a:srgbClr val="FFD104"/>
      </a:accent5>
      <a:accent6>
        <a:srgbClr val="2EC9FF"/>
      </a:accent6>
      <a:hlink>
        <a:srgbClr val="00799E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